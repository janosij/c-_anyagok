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6"/>
  </p:handoutMasterIdLst>
  <p:sldIdLst>
    <p:sldId id="289" r:id="rId2"/>
    <p:sldId id="293" r:id="rId3"/>
    <p:sldId id="294" r:id="rId4"/>
    <p:sldId id="29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83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2023. 01. 31.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Tömb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6095" y="1068947"/>
            <a:ext cx="11849482" cy="5499278"/>
          </a:xfrm>
        </p:spPr>
        <p:txBody>
          <a:bodyPr>
            <a:normAutofit/>
          </a:bodyPr>
          <a:lstStyle/>
          <a:p>
            <a:pPr lvl="0"/>
            <a:r>
              <a:rPr lang="hu-HU" sz="2800" dirty="0"/>
              <a:t>Összetett adatszerkezet.</a:t>
            </a:r>
          </a:p>
          <a:p>
            <a:pPr lvl="0"/>
            <a:r>
              <a:rPr lang="hu-HU" sz="2800" dirty="0"/>
              <a:t>Homogén (azonos típusú elemekből áll).</a:t>
            </a:r>
          </a:p>
          <a:p>
            <a:pPr lvl="0"/>
            <a:r>
              <a:rPr lang="hu-HU" sz="2800" dirty="0"/>
              <a:t>Az adatelemek száma rögzített (statikus).</a:t>
            </a:r>
          </a:p>
          <a:p>
            <a:pPr lvl="0"/>
            <a:r>
              <a:rPr lang="hu-HU" sz="2800" dirty="0"/>
              <a:t>Az adatelemek </a:t>
            </a:r>
            <a:r>
              <a:rPr lang="hu-HU" sz="2800" dirty="0" err="1"/>
              <a:t>sorszámozva</a:t>
            </a:r>
            <a:r>
              <a:rPr lang="hu-HU" sz="2800" dirty="0"/>
              <a:t> vannak, ezt indexnek nevezzük. Ennek a segítségével az elemek közvetlenül elérhetők. A legkisebb index 0.</a:t>
            </a:r>
          </a:p>
          <a:p>
            <a:pPr lvl="0"/>
            <a:r>
              <a:rPr lang="hu-HU" sz="2800" dirty="0"/>
              <a:t>Pl. </a:t>
            </a:r>
          </a:p>
          <a:p>
            <a:pPr marL="457200" lvl="1" indent="0">
              <a:buNone/>
            </a:pPr>
            <a:r>
              <a:rPr lang="hu-HU" sz="2800" dirty="0"/>
              <a:t>t[i]	 (a tömb eleme)	5		8		10		15</a:t>
            </a:r>
          </a:p>
          <a:p>
            <a:pPr marL="457200" lvl="1" indent="0">
              <a:buNone/>
            </a:pPr>
            <a:r>
              <a:rPr lang="hu-HU" sz="2800" dirty="0"/>
              <a:t>i (az elemek indexe)	0		1		2		3</a:t>
            </a:r>
          </a:p>
          <a:p>
            <a:r>
              <a:rPr lang="hu-HU" sz="2800" dirty="0"/>
              <a:t>Deklaráció: név(elemszám) vagy név[elemszám]</a:t>
            </a:r>
          </a:p>
          <a:p>
            <a:r>
              <a:rPr lang="hu-HU" sz="2800" dirty="0"/>
              <a:t>Hivatkozás elemre: név[index]</a:t>
            </a:r>
          </a:p>
        </p:txBody>
      </p:sp>
    </p:spTree>
    <p:extLst>
      <p:ext uri="{BB962C8B-B14F-4D97-AF65-F5344CB8AC3E}">
        <p14:creationId xmlns:p14="http://schemas.microsoft.com/office/powerpoint/2010/main" val="4047402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731521"/>
            <a:ext cx="10561319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3200" b="1" dirty="0"/>
              <a:t>Írj algoritmust, amely n darab számot beolvas egy tömbbe, majd kiírja ezeknek  a négyzetét!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feltölt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t[n]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i=0-tól n-1-ig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Be: t[i]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Ki: t[</a:t>
            </a:r>
            <a:r>
              <a:rPr lang="hu-HU" sz="3200">
                <a:latin typeface="Courier New" panose="02070309020205020404" pitchFamily="49" charset="0"/>
                <a:cs typeface="Courier New" panose="02070309020205020404" pitchFamily="49" charset="0"/>
              </a:rPr>
              <a:t>i]*t[i]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52270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TÖMB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85801" y="731521"/>
                <a:ext cx="10561319" cy="599948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0"/>
                  </a:spcAft>
                  <a:buNone/>
                </a:pPr>
                <a:r>
                  <a:rPr lang="hu-HU" sz="3200" b="1" dirty="0"/>
                  <a:t>1 dimenziós tömb: vektornak nevezzük.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hu-HU" sz="3200" b="1" dirty="0">
                    <a:cs typeface="Courier New" panose="02070309020205020404" pitchFamily="49" charset="0"/>
                  </a:rPr>
                  <a:t>2 dimenzió tömb: a számok sorokban és oszlopokban helyezkednek el, ezt mátrixnak nevezzük.</a:t>
                </a:r>
                <a:r>
                  <a:rPr lang="hu-HU" sz="3200" dirty="0">
                    <a:cs typeface="Courier New" panose="02070309020205020404" pitchFamily="49" charset="0"/>
                  </a:rPr>
                  <a:t> Hivatkozás elemre: t[</a:t>
                </a:r>
                <a:r>
                  <a:rPr lang="hu-HU" sz="3200" dirty="0" err="1">
                    <a:cs typeface="Courier New" panose="02070309020205020404" pitchFamily="49" charset="0"/>
                  </a:rPr>
                  <a:t>i,j</a:t>
                </a:r>
                <a:r>
                  <a:rPr lang="hu-HU" sz="3200" dirty="0">
                    <a:cs typeface="Courier New" panose="02070309020205020404" pitchFamily="49" charset="0"/>
                  </a:rPr>
                  <a:t>] vagy t[i][j]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hu-HU" sz="32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</m:t>
                            </m:r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𝟓</m:t>
                            </m:r>
                          </m:e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𝟐𝟎</m:t>
                            </m:r>
                          </m:e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𝟏𝟎</m:t>
                            </m:r>
                          </m:e>
                        </m:mr>
                        <m:mr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𝟓</m:t>
                            </m:r>
                          </m:e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𝟖</m:t>
                            </m:r>
                          </m:e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𝟒</m:t>
                            </m:r>
                          </m:e>
                        </m:mr>
                        <m:mr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𝟏𝟐</m:t>
                            </m:r>
                          </m:e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𝟏𝟑</m:t>
                            </m:r>
                          </m:e>
                          <m:e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𝟏𝟓</m:t>
                            </m:r>
                          </m:e>
                        </m:mr>
                      </m:m>
                    </m:oMath>
                  </m:oMathPara>
                </a14:m>
                <a:endParaRPr lang="hu-HU" sz="3200" b="1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731521"/>
                <a:ext cx="10561319" cy="5999480"/>
              </a:xfrm>
              <a:blipFill>
                <a:blip r:embed="rId2"/>
                <a:stretch>
                  <a:fillRect l="-1501" r="-5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122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841863"/>
            <a:ext cx="10561319" cy="4889138"/>
          </a:xfrm>
        </p:spPr>
        <p:txBody>
          <a:bodyPr numCol="2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jegyek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t[40]	 </a:t>
            </a:r>
            <a:r>
              <a:rPr lang="hu-HU" sz="2400" dirty="0" err="1">
                <a:cs typeface="Courier New" panose="02070309020205020404" pitchFamily="49" charset="0"/>
              </a:rPr>
              <a:t>max</a:t>
            </a:r>
            <a:r>
              <a:rPr lang="hu-HU" sz="2400" dirty="0">
                <a:cs typeface="Courier New" panose="02070309020205020404" pitchFamily="49" charset="0"/>
              </a:rPr>
              <a:t>. 40 jegyet írhatunk be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i=0	</a:t>
            </a:r>
            <a:r>
              <a:rPr lang="hu-HU" sz="2400" dirty="0">
                <a:cs typeface="Courier New" panose="02070309020205020404" pitchFamily="49" charset="0"/>
              </a:rPr>
              <a:t>az </a:t>
            </a:r>
            <a:r>
              <a:rPr lang="hu-HU" sz="2400">
                <a:cs typeface="Courier New" panose="02070309020205020404" pitchFamily="49" charset="0"/>
              </a:rPr>
              <a:t>elemek sorszáma, indexe</a:t>
            </a:r>
            <a:endParaRPr lang="hu-HU" sz="2400" dirty="0"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Ciklus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Be: t[i]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i++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amíg t[i-1]!=0 </a:t>
            </a:r>
            <a:r>
              <a:rPr lang="hu-HU" sz="2400" dirty="0">
                <a:cs typeface="Courier New" panose="02070309020205020404" pitchFamily="49" charset="0"/>
              </a:rPr>
              <a:t>addig olvassuk be, ameddig 0-t nem írunk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n=i-1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i=0-tól n-1-ig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+=t[i]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/=n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Ki: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i=0-tól n-1-ig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Ha t[i]&gt;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Ki:t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[i]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Elágazás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685800" y="608149"/>
            <a:ext cx="10561319" cy="1401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3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3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/>
              <a:buNone/>
            </a:pPr>
            <a:r>
              <a:rPr lang="hu-HU" sz="2800" b="1" dirty="0"/>
              <a:t>Írj algoritmust, amely osztályzatokat olvas be egy tömbbe addig, ameddig 0-t nem írunk be, majd kiírja az osztályzatok átlagát, és az átlag feletti jegyeket!</a:t>
            </a:r>
          </a:p>
        </p:txBody>
      </p:sp>
    </p:spTree>
    <p:extLst>
      <p:ext uri="{BB962C8B-B14F-4D97-AF65-F5344CB8AC3E}">
        <p14:creationId xmlns:p14="http://schemas.microsoft.com/office/powerpoint/2010/main" val="1533250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1498</TotalTime>
  <Words>349</Words>
  <Application>Microsoft Office PowerPoint</Application>
  <PresentationFormat>Szélesvásznú</PresentationFormat>
  <Paragraphs>46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Courier New</vt:lpstr>
      <vt:lpstr>Égi</vt:lpstr>
      <vt:lpstr>Tömb</vt:lpstr>
      <vt:lpstr>Példa</vt:lpstr>
      <vt:lpstr>TÖMB</vt:lpstr>
      <vt:lpstr>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413</cp:revision>
  <dcterms:created xsi:type="dcterms:W3CDTF">2014-11-05T16:55:57Z</dcterms:created>
  <dcterms:modified xsi:type="dcterms:W3CDTF">2023-01-31T09:05:14Z</dcterms:modified>
</cp:coreProperties>
</file>