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0"/>
  </p:handoutMasterIdLst>
  <p:sldIdLst>
    <p:sldId id="310" r:id="rId2"/>
    <p:sldId id="311" r:id="rId3"/>
    <p:sldId id="312" r:id="rId4"/>
    <p:sldId id="313" r:id="rId5"/>
    <p:sldId id="314" r:id="rId6"/>
    <p:sldId id="315" r:id="rId7"/>
    <p:sldId id="316" r:id="rId8"/>
    <p:sldId id="31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2020. 11. 03.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KIVÉTELKEZELÉS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lnSpcReduction="10000"/>
          </a:bodyPr>
          <a:lstStyle/>
          <a:p>
            <a:r>
              <a:rPr lang="hu-HU" sz="3200" b="1" u="sng" dirty="0">
                <a:cs typeface="Courier New" panose="02070309020205020404" pitchFamily="49" charset="0"/>
              </a:rPr>
              <a:t>Kivétel: </a:t>
            </a:r>
            <a:r>
              <a:rPr lang="hu-HU" sz="3200" dirty="0">
                <a:cs typeface="Courier New" panose="02070309020205020404" pitchFamily="49" charset="0"/>
              </a:rPr>
              <a:t>Egy olyan esemény, amely akkor jön létre, ha a programban valami hiba történik.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Példák:</a:t>
            </a:r>
            <a:r>
              <a:rPr lang="hu-HU" sz="3200" b="1" dirty="0">
                <a:cs typeface="Courier New" panose="02070309020205020404" pitchFamily="49" charset="0"/>
              </a:rPr>
              <a:t> </a:t>
            </a:r>
            <a:r>
              <a:rPr lang="hu-HU" sz="3200" dirty="0">
                <a:cs typeface="Courier New" panose="02070309020205020404" pitchFamily="49" charset="0"/>
              </a:rPr>
              <a:t>tömb túlindexelése (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IndexOutOfRangeException</a:t>
            </a:r>
            <a:r>
              <a:rPr lang="hu-HU" sz="3200" dirty="0">
                <a:cs typeface="Courier New" panose="02070309020205020404" pitchFamily="49" charset="0"/>
              </a:rPr>
              <a:t>), nullával való osztás (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DivideByZeroException</a:t>
            </a:r>
            <a:r>
              <a:rPr lang="hu-HU" sz="3200" dirty="0"/>
              <a:t>)</a:t>
            </a:r>
            <a:r>
              <a:rPr lang="hu-HU" sz="3200" dirty="0">
                <a:cs typeface="Courier New" panose="02070309020205020404" pitchFamily="49" charset="0"/>
              </a:rPr>
              <a:t>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Minden kivétel nevében mindig benne van az </a:t>
            </a:r>
            <a:r>
              <a:rPr lang="hu-HU" sz="3200" dirty="0" err="1">
                <a:cs typeface="Courier New" panose="02070309020205020404" pitchFamily="49" charset="0"/>
              </a:rPr>
              <a:t>Exception</a:t>
            </a:r>
            <a:r>
              <a:rPr lang="hu-HU" sz="3200" dirty="0">
                <a:cs typeface="Courier New" panose="02070309020205020404" pitchFamily="49" charset="0"/>
              </a:rPr>
              <a:t>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Ha nem kezeljük le, akkor az operációs rendszernek lesz továbbadva, ezért hiba lesz jelezve.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Kivételkezelés: </a:t>
            </a:r>
            <a:r>
              <a:rPr lang="hu-HU" sz="3200" dirty="0">
                <a:cs typeface="Courier New" panose="02070309020205020404" pitchFamily="49" charset="0"/>
              </a:rPr>
              <a:t>„Elkapjuk” a kivételt, és egy kódrészlet segítségével próbáljuk megoldani a hibát anélkül, hogy a program hibaüzenetet jelezne.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Kivételt kezelni a C#</a:t>
            </a:r>
            <a:r>
              <a:rPr lang="hu-HU" sz="3200" dirty="0" err="1">
                <a:cs typeface="Courier New" panose="02070309020205020404" pitchFamily="49" charset="0"/>
              </a:rPr>
              <a:t>-ban</a:t>
            </a:r>
            <a:r>
              <a:rPr lang="hu-HU" sz="3200" dirty="0">
                <a:cs typeface="Courier New" panose="02070309020205020404" pitchFamily="49" charset="0"/>
              </a:rPr>
              <a:t> külön blokkban lehet: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try-catch</a:t>
            </a:r>
            <a:r>
              <a:rPr lang="hu-HU" sz="3200" dirty="0">
                <a:cs typeface="Courier New" panose="02070309020205020404" pitchFamily="49" charset="0"/>
              </a:rPr>
              <a:t> blokk.</a:t>
            </a:r>
          </a:p>
        </p:txBody>
      </p:sp>
    </p:spTree>
    <p:extLst>
      <p:ext uri="{BB962C8B-B14F-4D97-AF65-F5344CB8AC3E}">
        <p14:creationId xmlns:p14="http://schemas.microsoft.com/office/powerpoint/2010/main" val="324061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KIVÉTELKEZELÉS a C#</a:t>
            </a:r>
            <a:r>
              <a:rPr lang="hu-HU" dirty="0" err="1"/>
              <a:t>-ban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sz="2800" dirty="0">
                <a:cs typeface="Courier New" panose="02070309020205020404" pitchFamily="49" charset="0"/>
              </a:rPr>
              <a:t>A kivételkezelés szintaktikája: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utasítások;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(kivételnév1 változónév1)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utasítások;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(kivételnév2 változónév2)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utasítások;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cs typeface="Courier New" panose="02070309020205020404" pitchFamily="49" charset="0"/>
              </a:rPr>
              <a:t>Fontos: A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hu-HU" sz="2800" dirty="0">
                <a:cs typeface="Courier New" panose="02070309020205020404" pitchFamily="49" charset="0"/>
              </a:rPr>
              <a:t> és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2800" dirty="0">
                <a:cs typeface="Courier New" panose="02070309020205020404" pitchFamily="49" charset="0"/>
              </a:rPr>
              <a:t> blokkban deklarált változók kívülről nem láthatók!</a:t>
            </a:r>
          </a:p>
        </p:txBody>
      </p:sp>
    </p:spTree>
    <p:extLst>
      <p:ext uri="{BB962C8B-B14F-4D97-AF65-F5344CB8AC3E}">
        <p14:creationId xmlns:p14="http://schemas.microsoft.com/office/powerpoint/2010/main" val="230719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KIVÉTELKEZELÉS működése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A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hu-HU" sz="3200" dirty="0">
                <a:cs typeface="Courier New" panose="02070309020205020404" pitchFamily="49" charset="0"/>
              </a:rPr>
              <a:t> blokkon belüli utasításokat próbálja végrehajtani a program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Ha hiba történik, megnézi, hogy az előálló kivétel benne van-e valamelyik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3200" dirty="0">
                <a:cs typeface="Courier New" panose="02070309020205020404" pitchFamily="49" charset="0"/>
              </a:rPr>
              <a:t> blokkban. (Sorban nézi végig)</a:t>
            </a:r>
          </a:p>
          <a:p>
            <a:pPr lvl="1"/>
            <a:r>
              <a:rPr lang="hu-HU" sz="2800" dirty="0">
                <a:cs typeface="Courier New" panose="02070309020205020404" pitchFamily="49" charset="0"/>
              </a:rPr>
              <a:t>Ha benne van, a megfelelő ág lefut.</a:t>
            </a:r>
          </a:p>
          <a:p>
            <a:pPr lvl="1"/>
            <a:r>
              <a:rPr lang="hu-HU" sz="2800" dirty="0">
                <a:cs typeface="Courier New" panose="02070309020205020404" pitchFamily="49" charset="0"/>
              </a:rPr>
              <a:t>Ha nincs, akkor továbbadja a kivételt.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Ha általánosan szeretnénk minden hibát kezelni, akkor a kivétel nevéhez az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hu-HU" sz="3200" dirty="0" err="1">
                <a:cs typeface="Courier New" panose="02070309020205020404" pitchFamily="49" charset="0"/>
              </a:rPr>
              <a:t>-t</a:t>
            </a:r>
            <a:r>
              <a:rPr lang="hu-HU" sz="3200" dirty="0">
                <a:cs typeface="Courier New" panose="02070309020205020404" pitchFamily="49" charset="0"/>
              </a:rPr>
              <a:t> kell írni. Érdemes ezt a végére tenni.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A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kivételnév</a:t>
            </a:r>
            <a:r>
              <a:rPr lang="hu-HU" sz="3200" dirty="0">
                <a:cs typeface="Courier New" panose="02070309020205020404" pitchFamily="49" charset="0"/>
              </a:rPr>
              <a:t> után a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változónév</a:t>
            </a:r>
            <a:r>
              <a:rPr lang="hu-HU" sz="3200" dirty="0">
                <a:cs typeface="Courier New" panose="02070309020205020404" pitchFamily="49" charset="0"/>
              </a:rPr>
              <a:t> részt nem kötelező megadni, ekkor viszont a kivétel objektumot nem használhatjuk.</a:t>
            </a:r>
          </a:p>
        </p:txBody>
      </p:sp>
    </p:spTree>
    <p:extLst>
      <p:ext uri="{BB962C8B-B14F-4D97-AF65-F5344CB8AC3E}">
        <p14:creationId xmlns:p14="http://schemas.microsoft.com/office/powerpoint/2010/main" val="174279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KIVÉTELKEZELÉS működése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sz="3200" b="1" u="sng" dirty="0">
                <a:cs typeface="Courier New" panose="02070309020205020404" pitchFamily="49" charset="0"/>
              </a:rPr>
              <a:t>Kivétel továbbadása:</a:t>
            </a:r>
            <a:r>
              <a:rPr lang="hu-HU" sz="3200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hu-HU" sz="3200" dirty="0">
                <a:cs typeface="Courier New" panose="02070309020205020404" pitchFamily="49" charset="0"/>
              </a:rPr>
              <a:t> utasítással. Ekkor a kivétel továbbadódik az operációs rendszer felé.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Kivétel dobása:</a:t>
            </a:r>
            <a:r>
              <a:rPr lang="hu-HU" sz="3200" b="1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kivételnév(paraméterek); </a:t>
            </a:r>
            <a:r>
              <a:rPr lang="hu-HU" sz="3200" dirty="0">
                <a:cs typeface="Courier New" panose="02070309020205020404" pitchFamily="49" charset="0"/>
              </a:rPr>
              <a:t>utasítással. Ekkor az adott kivétel adódik tovább, amit beírtunk. Akkor szükséges pl. ha saját kivételt hozunk létre.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A kivétel üzenetének kiírása:</a:t>
            </a:r>
            <a:r>
              <a:rPr lang="hu-HU" sz="3200" b="1" dirty="0">
                <a:cs typeface="Courier New" panose="02070309020205020404" pitchFamily="49" charset="0"/>
              </a:rPr>
              <a:t>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változónév.Message</a:t>
            </a:r>
            <a:r>
              <a:rPr lang="hu-HU" sz="3200" dirty="0">
                <a:cs typeface="Courier New" panose="02070309020205020404" pitchFamily="49" charset="0"/>
              </a:rPr>
              <a:t>, ahol a változónév a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3200" dirty="0" err="1">
                <a:cs typeface="Courier New" panose="02070309020205020404" pitchFamily="49" charset="0"/>
              </a:rPr>
              <a:t>-ben</a:t>
            </a:r>
            <a:r>
              <a:rPr lang="hu-HU" sz="3200" dirty="0">
                <a:cs typeface="Courier New" panose="02070309020205020404" pitchFamily="49" charset="0"/>
              </a:rPr>
              <a:t> megadott változónév.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Pl.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e.Message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8191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Finally</a:t>
            </a:r>
            <a:r>
              <a:rPr lang="hu-HU" dirty="0"/>
              <a:t> blokk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A kivételkezelőt a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3200" dirty="0">
                <a:cs typeface="Courier New" panose="02070309020205020404" pitchFamily="49" charset="0"/>
              </a:rPr>
              <a:t> blokkok után kiegészíthetjük a következővel:</a:t>
            </a:r>
          </a:p>
          <a:p>
            <a:pPr marL="0" indent="0">
              <a:buNone/>
            </a:pP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utasítások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Ez a blokk akkor is lefut, ha kivétel áll elő, és akkor is ha nem.</a:t>
            </a:r>
          </a:p>
          <a:p>
            <a:r>
              <a:rPr lang="hu-HU" sz="3200" dirty="0">
                <a:cs typeface="Courier New" panose="02070309020205020404" pitchFamily="49" charset="0"/>
              </a:rPr>
              <a:t>Arra szolgál, hogy pl. felszabadítsuk az erőforrásokat, vagy lezárjuk az állományokat.</a:t>
            </a:r>
          </a:p>
        </p:txBody>
      </p:sp>
    </p:spTree>
    <p:extLst>
      <p:ext uri="{BB962C8B-B14F-4D97-AF65-F5344CB8AC3E}">
        <p14:creationId xmlns:p14="http://schemas.microsoft.com/office/powerpoint/2010/main" val="178265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60400"/>
          </a:xfrm>
        </p:spPr>
        <p:txBody>
          <a:bodyPr>
            <a:normAutofit fontScale="90000"/>
          </a:bodyPr>
          <a:lstStyle/>
          <a:p>
            <a:pPr algn="r"/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int[] t=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int[50];</a:t>
            </a:r>
          </a:p>
          <a:p>
            <a:pPr marL="0" indent="0">
              <a:buNone/>
            </a:pPr>
            <a:r>
              <a:rPr lang="hu-HU" sz="280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(”Index: ”);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int k=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(”A tömb eleme: {0}”,t[k]);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IndexOutOfRangeException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(”Nincs ilyen eleme a tömbnek.”);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e)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(”Hiba történt: {0}”,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e.Message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264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266330" y="0"/>
            <a:ext cx="5831542" cy="1721224"/>
          </a:xfrm>
        </p:spPr>
        <p:txBody>
          <a:bodyPr>
            <a:normAutofit fontScale="90000"/>
          </a:bodyPr>
          <a:lstStyle/>
          <a:p>
            <a:pPr algn="r"/>
            <a:r>
              <a:rPr lang="hu-HU" b="1" dirty="0"/>
              <a:t>Saját kivétel létrehozása (Származtatott osztály)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6" y="147918"/>
            <a:ext cx="12124764" cy="64276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SajátKivétel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SajátKivétel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 { 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SajátKivétel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Utasítások;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SajátKivétel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: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Utasítások;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670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097871" cy="699247"/>
          </a:xfrm>
        </p:spPr>
        <p:txBody>
          <a:bodyPr>
            <a:normAutofit fontScale="90000"/>
          </a:bodyPr>
          <a:lstStyle/>
          <a:p>
            <a:r>
              <a:rPr lang="hu-HU" dirty="0"/>
              <a:t>Saját </a:t>
            </a:r>
            <a:r>
              <a:rPr lang="hu-HU"/>
              <a:t>kivétel HASZNÁLATA (PÉLDA)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6" y="1075766"/>
            <a:ext cx="12124764" cy="5499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throw new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SajátKivétel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”Hiba állt elő”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SajátKivétel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e.Message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9484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1862</TotalTime>
  <Words>597</Words>
  <Application>Microsoft Office PowerPoint</Application>
  <PresentationFormat>Szélesvásznú</PresentationFormat>
  <Paragraphs>43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Égi</vt:lpstr>
      <vt:lpstr>KIVÉTELKEZELÉS</vt:lpstr>
      <vt:lpstr>KIVÉTELKEZELÉS a C#-ban</vt:lpstr>
      <vt:lpstr>KIVÉTELKEZELÉS működése</vt:lpstr>
      <vt:lpstr>KIVÉTELKEZELÉS működése</vt:lpstr>
      <vt:lpstr>Finally blokk</vt:lpstr>
      <vt:lpstr>PÉLDA</vt:lpstr>
      <vt:lpstr>Saját kivétel létrehozása (Származtatott osztály)</vt:lpstr>
      <vt:lpstr>Saját kivétel HASZNÁLATA (PÉLDA)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miklos.peter@sulid.hu</cp:lastModifiedBy>
  <cp:revision>569</cp:revision>
  <dcterms:created xsi:type="dcterms:W3CDTF">2014-11-05T16:55:57Z</dcterms:created>
  <dcterms:modified xsi:type="dcterms:W3CDTF">2020-11-03T11:34:59Z</dcterms:modified>
</cp:coreProperties>
</file>