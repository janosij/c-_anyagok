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2"/>
  </p:handoutMasterIdLst>
  <p:sldIdLst>
    <p:sldId id="256" r:id="rId2"/>
    <p:sldId id="259" r:id="rId3"/>
    <p:sldId id="260" r:id="rId4"/>
    <p:sldId id="261" r:id="rId5"/>
    <p:sldId id="262" r:id="rId6"/>
    <p:sldId id="266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2015. 10. 04.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A továbbiakban használat példa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3854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Adatmezők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68947"/>
            <a:ext cx="10131425" cy="5499278"/>
          </a:xfrm>
        </p:spPr>
        <p:txBody>
          <a:bodyPr>
            <a:normAutofit/>
          </a:bodyPr>
          <a:lstStyle/>
          <a:p>
            <a:r>
              <a:rPr lang="hu-HU" dirty="0" err="1" smtClean="0"/>
              <a:t>nev</a:t>
            </a:r>
            <a:r>
              <a:rPr lang="hu-HU" dirty="0" smtClean="0"/>
              <a:t>: A vizsgázó neve (szöveg)</a:t>
            </a:r>
          </a:p>
          <a:p>
            <a:r>
              <a:rPr lang="hu-HU" dirty="0" err="1" smtClean="0"/>
              <a:t>szul</a:t>
            </a:r>
            <a:r>
              <a:rPr lang="hu-HU" dirty="0" smtClean="0"/>
              <a:t>_</a:t>
            </a:r>
            <a:r>
              <a:rPr lang="hu-HU" dirty="0" err="1" smtClean="0"/>
              <a:t>ev</a:t>
            </a:r>
            <a:r>
              <a:rPr lang="hu-HU" dirty="0" smtClean="0"/>
              <a:t>: A születés éve (egész szám)</a:t>
            </a:r>
          </a:p>
          <a:p>
            <a:r>
              <a:rPr lang="hu-HU" dirty="0" smtClean="0"/>
              <a:t>vizsgahely: A vizsga városa (szöveg)</a:t>
            </a:r>
          </a:p>
          <a:p>
            <a:r>
              <a:rPr lang="hu-HU" dirty="0" smtClean="0"/>
              <a:t>szint: A vizsga szintje (szöveg, „alap” vagy „közép”)</a:t>
            </a:r>
          </a:p>
          <a:p>
            <a:r>
              <a:rPr lang="hu-HU" dirty="0" err="1"/>
              <a:t>s</a:t>
            </a:r>
            <a:r>
              <a:rPr lang="hu-HU" dirty="0" err="1" smtClean="0"/>
              <a:t>zobeli</a:t>
            </a:r>
            <a:r>
              <a:rPr lang="hu-HU" dirty="0" smtClean="0"/>
              <a:t>: A szóbeli vizsga pontszáma</a:t>
            </a:r>
          </a:p>
          <a:p>
            <a:r>
              <a:rPr lang="hu-HU" dirty="0" err="1"/>
              <a:t>i</a:t>
            </a:r>
            <a:r>
              <a:rPr lang="hu-HU" dirty="0" err="1" smtClean="0"/>
              <a:t>rasbeli</a:t>
            </a:r>
            <a:r>
              <a:rPr lang="hu-HU" dirty="0" smtClean="0"/>
              <a:t>: Az írásbeli vizsga pontszáma</a:t>
            </a: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437965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Az osztály adatmezőinek létrehozása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7"/>
            <a:ext cx="11641933" cy="5499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Vizsgazo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szul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vizsgahely, szint;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szobeli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irasbeli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34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814946"/>
          </a:xfrm>
        </p:spPr>
        <p:txBody>
          <a:bodyPr/>
          <a:lstStyle/>
          <a:p>
            <a:r>
              <a:rPr lang="hu-HU" dirty="0" smtClean="0"/>
              <a:t>Az osztály konstruktora létrehozása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pPr marL="981075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Vizsgazo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sor)</a:t>
            </a:r>
          </a:p>
          <a:p>
            <a:pPr marL="981075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78911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sor.Split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(';');</a:t>
            </a:r>
          </a:p>
          <a:p>
            <a:pPr marL="178911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nev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pPr marL="178911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szul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[1]);</a:t>
            </a:r>
          </a:p>
          <a:p>
            <a:pPr marL="178911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vizsgahely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[2];</a:t>
            </a:r>
          </a:p>
          <a:p>
            <a:pPr marL="178911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szint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[3];</a:t>
            </a:r>
          </a:p>
          <a:p>
            <a:pPr marL="178911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szobeli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[4]);</a:t>
            </a:r>
          </a:p>
          <a:p>
            <a:pPr marL="178911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irasbeli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[5]);</a:t>
            </a:r>
          </a:p>
          <a:p>
            <a:pPr marL="981075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375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1223682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A lista létrehozása és az állomány végigolvasása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List&lt;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Vizsgazo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 adatok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List&lt;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Vizsgazo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  <a:p>
            <a:pPr marL="93663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File.ReadAllLines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("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vizsga.txt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",Encoding.UTF8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adatok.Add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Vizsgazo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93663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057670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SELECT</a:t>
            </a:r>
            <a:endParaRPr lang="hu-HU" dirty="0"/>
          </a:p>
        </p:txBody>
      </p:sp>
      <p:sp>
        <p:nvSpPr>
          <p:cNvPr id="5" name="Alcím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1206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833718"/>
          </a:xfrm>
        </p:spPr>
        <p:txBody>
          <a:bodyPr>
            <a:normAutofit/>
          </a:bodyPr>
          <a:lstStyle/>
          <a:p>
            <a:r>
              <a:rPr lang="hu-HU" dirty="0" smtClean="0"/>
              <a:t>SELECT használata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" y="699248"/>
            <a:ext cx="12192000" cy="6158752"/>
          </a:xfrm>
        </p:spPr>
        <p:txBody>
          <a:bodyPr>
            <a:noAutofit/>
          </a:bodyPr>
          <a:lstStyle/>
          <a:p>
            <a:pPr marL="268288" indent="-174625"/>
            <a:r>
              <a:rPr lang="hu-HU" sz="2800" dirty="0" smtClean="0">
                <a:cs typeface="Courier New" panose="02070309020205020404" pitchFamily="49" charset="0"/>
              </a:rPr>
              <a:t>Az eredeti „adatbázis” mezői közül kiválasztjuk azokat, amelyekre szükségünk van, illetve újakat is létre hozhatunk. </a:t>
            </a:r>
            <a:r>
              <a:rPr lang="hu-HU" sz="2800" u="sng" dirty="0" smtClean="0">
                <a:cs typeface="Courier New" panose="02070309020205020404" pitchFamily="49" charset="0"/>
              </a:rPr>
              <a:t>Használata:</a:t>
            </a:r>
          </a:p>
          <a:p>
            <a:pPr marL="268288" indent="-174625"/>
            <a:r>
              <a:rPr lang="hu-HU" sz="2800" dirty="0" smtClean="0">
                <a:cs typeface="Courier New" panose="02070309020205020404" pitchFamily="49" charset="0"/>
              </a:rPr>
              <a:t>Ha csak a régi mezőkből szeretnénk kiválasztani:</a:t>
            </a:r>
            <a:endParaRPr lang="hu-HU" sz="2400" dirty="0" smtClean="0">
              <a:cs typeface="Courier New" panose="02070309020205020404" pitchFamily="49" charset="0"/>
            </a:endParaRP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var új=</a:t>
            </a:r>
            <a:r>
              <a:rPr lang="hu-H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eredeti.Select</a:t>
            </a: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név=&gt; </a:t>
            </a:r>
            <a:r>
              <a:rPr lang="hu-H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újmező1=név.régimező1,</a:t>
            </a: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újmező2=név.régimező2,</a:t>
            </a: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… </a:t>
            </a:r>
          </a:p>
          <a:p>
            <a:pPr marL="712788" indent="0">
              <a:buNone/>
            </a:pP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}).</a:t>
            </a:r>
            <a:r>
              <a:rPr lang="hu-H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268288" indent="-268288"/>
            <a:r>
              <a:rPr lang="hu-HU" sz="2800" b="1" u="sng" dirty="0" smtClean="0">
                <a:cs typeface="Courier New" panose="02070309020205020404" pitchFamily="49" charset="0"/>
              </a:rPr>
              <a:t>Működés:</a:t>
            </a:r>
            <a:r>
              <a:rPr lang="hu-HU" sz="2800" dirty="0" smtClean="0">
                <a:cs typeface="Courier New" panose="02070309020205020404" pitchFamily="49" charset="0"/>
              </a:rPr>
              <a:t> Az új listába a régi listából azon mezők kerülnek, melyeket megadtunk.</a:t>
            </a:r>
          </a:p>
          <a:p>
            <a:pPr marL="268288" indent="-268288"/>
            <a:r>
              <a:rPr lang="hu-HU" sz="2800" dirty="0" smtClean="0">
                <a:cs typeface="Courier New" panose="02070309020205020404" pitchFamily="49" charset="0"/>
              </a:rPr>
              <a:t>Megjegyzés: A zárójelezések használata új sorban nem kötelező, de ajánlott az áttekinthetőség miatt.</a:t>
            </a:r>
          </a:p>
        </p:txBody>
      </p:sp>
    </p:spTree>
    <p:extLst>
      <p:ext uri="{BB962C8B-B14F-4D97-AF65-F5344CB8AC3E}">
        <p14:creationId xmlns:p14="http://schemas.microsoft.com/office/powerpoint/2010/main" val="112483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1223682"/>
          </a:xfrm>
        </p:spPr>
        <p:txBody>
          <a:bodyPr>
            <a:normAutofit/>
          </a:bodyPr>
          <a:lstStyle/>
          <a:p>
            <a:r>
              <a:rPr lang="hu-HU" dirty="0" smtClean="0"/>
              <a:t>Új mező létrehozása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pPr marL="550863" indent="-457200"/>
            <a:r>
              <a:rPr lang="hu-HU" sz="2800" dirty="0">
                <a:cs typeface="Courier New" panose="02070309020205020404" pitchFamily="49" charset="0"/>
              </a:rPr>
              <a:t>Új mezőt is létre lehet </a:t>
            </a:r>
            <a:r>
              <a:rPr lang="hu-HU" sz="2800" dirty="0" smtClean="0">
                <a:cs typeface="Courier New" panose="02070309020205020404" pitchFamily="49" charset="0"/>
              </a:rPr>
              <a:t>hozni a következőképpen:</a:t>
            </a:r>
          </a:p>
          <a:p>
            <a:pPr marL="712788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új=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eredeti.Select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 név=&gt;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hu-H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2788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712788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újmező1=művelet1,</a:t>
            </a:r>
          </a:p>
          <a:p>
            <a:pPr marL="712788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újmező2=művelet2,</a:t>
            </a:r>
          </a:p>
          <a:p>
            <a:pPr marL="712788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… </a:t>
            </a:r>
          </a:p>
          <a:p>
            <a:pPr marL="712788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550863" indent="-457200"/>
            <a:r>
              <a:rPr lang="hu-HU" sz="3200" dirty="0" smtClean="0">
                <a:cs typeface="Courier New" panose="02070309020205020404" pitchFamily="49" charset="0"/>
              </a:rPr>
              <a:t>A művelet lehet pl. két mező összeadása:</a:t>
            </a:r>
          </a:p>
          <a:p>
            <a:pPr marL="712788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újmező=név.régimező1+név.régimező2;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945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Példa </a:t>
            </a:r>
            <a:r>
              <a:rPr lang="hu-HU" dirty="0" err="1" smtClean="0"/>
              <a:t>Select-re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pPr marL="93663" indent="0">
              <a:buNone/>
            </a:pPr>
            <a:r>
              <a:rPr lang="hu-HU" sz="2800" dirty="0" smtClean="0">
                <a:cs typeface="Courier New" panose="02070309020205020404" pitchFamily="49" charset="0"/>
              </a:rPr>
              <a:t>Listázzuk ki a vizsgázók nevét, a vizsga fokát kiírva úgy, hogy „alapfok” és „középfok”, és az </a:t>
            </a:r>
            <a:r>
              <a:rPr lang="hu-HU" sz="2800" dirty="0" err="1" smtClean="0">
                <a:cs typeface="Courier New" panose="02070309020205020404" pitchFamily="49" charset="0"/>
              </a:rPr>
              <a:t>összpontszámot</a:t>
            </a:r>
            <a:r>
              <a:rPr lang="hu-HU" sz="2800" dirty="0" smtClean="0">
                <a:cs typeface="Courier New" panose="02070309020205020404" pitchFamily="49" charset="0"/>
              </a:rPr>
              <a:t> kiírva, hogy pl. „50 pont”!</a:t>
            </a:r>
          </a:p>
          <a:p>
            <a:pPr marL="93663" indent="0">
              <a:buNone/>
            </a:pPr>
            <a:r>
              <a:rPr lang="hu-HU" sz="2800" b="1" u="sng" dirty="0" smtClean="0">
                <a:cs typeface="Courier New" panose="02070309020205020404" pitchFamily="49" charset="0"/>
              </a:rPr>
              <a:t>Az új lista meghatározása: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uj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adatok.Select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nev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x.nev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szint =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+"fok",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osszpont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.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irasbeli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" pont„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898416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A kiírás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("{0,30}{1,10}{2,10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}",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Név", "Szint", "Összesen");</a:t>
            </a:r>
          </a:p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uj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1825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("{0,30}{1,10}{2,10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}",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item.nev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item.osszpont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</a:t>
            </a:r>
            <a:endParaRPr lang="hu-H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154764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1175</TotalTime>
  <Words>250</Words>
  <Application>Microsoft Office PowerPoint</Application>
  <PresentationFormat>Szélesvásznú</PresentationFormat>
  <Paragraphs>74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Égi</vt:lpstr>
      <vt:lpstr>A továbbiakban használat példa</vt:lpstr>
      <vt:lpstr>Adatmezők</vt:lpstr>
      <vt:lpstr>Az osztály adatmezőinek létrehozása</vt:lpstr>
      <vt:lpstr>Az osztály konstruktora létrehozása</vt:lpstr>
      <vt:lpstr>A lista létrehozása és az állomány végigolvasása</vt:lpstr>
      <vt:lpstr>SELECT</vt:lpstr>
      <vt:lpstr>SELECT használata</vt:lpstr>
      <vt:lpstr>Új mező létrehozása</vt:lpstr>
      <vt:lpstr>Példa Select-re</vt:lpstr>
      <vt:lpstr>A kiírás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309</cp:revision>
  <dcterms:created xsi:type="dcterms:W3CDTF">2014-11-05T16:55:57Z</dcterms:created>
  <dcterms:modified xsi:type="dcterms:W3CDTF">2015-10-04T08:44:16Z</dcterms:modified>
</cp:coreProperties>
</file>