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9"/>
  </p:handoutMasterIdLst>
  <p:sldIdLst>
    <p:sldId id="310" r:id="rId2"/>
    <p:sldId id="311" r:id="rId3"/>
    <p:sldId id="312" r:id="rId4"/>
    <p:sldId id="313" r:id="rId5"/>
    <p:sldId id="314" r:id="rId6"/>
    <p:sldId id="315" r:id="rId7"/>
    <p:sldId id="31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2015.05.21.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5/21/2015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GENERIKUSOK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sz="3200" dirty="0" smtClean="0">
                <a:cs typeface="Courier New" panose="02070309020205020404" pitchFamily="49" charset="0"/>
              </a:rPr>
              <a:t>Akkor használjuk, ha egy metódusnak vagy osztálynak nem akarunk konkrét típust megadni, hanem egyszerre több típust is le szeretnénk kezelni.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Pl. a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List&lt;típus&gt;</a:t>
            </a:r>
            <a:r>
              <a:rPr lang="hu-HU" sz="3200" dirty="0" smtClean="0">
                <a:cs typeface="Courier New" panose="02070309020205020404" pitchFamily="49" charset="0"/>
              </a:rPr>
              <a:t> listánál a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&lt;típus&gt;</a:t>
            </a:r>
            <a:r>
              <a:rPr lang="hu-HU" sz="3200" dirty="0" smtClean="0">
                <a:cs typeface="Courier New" panose="02070309020205020404" pitchFamily="49" charset="0"/>
              </a:rPr>
              <a:t> a generikus megadása.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Generikus megadása: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&lt;név&gt;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Ekkor pl. a metóduson belül mindenhol a név a típust fogja jelenteni, amivel „meghívjuk”,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Amikor „meghívjuk” a generikust, a név helyére beírjuk a konkrét típust. Pl.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&lt;int&gt;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61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GENERIKUS metódusok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sz="3200" dirty="0" smtClean="0">
                <a:cs typeface="Courier New" panose="02070309020205020404" pitchFamily="49" charset="0"/>
              </a:rPr>
              <a:t>Eljárás:</a:t>
            </a:r>
          </a:p>
          <a:p>
            <a:pPr marL="0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módosító 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név&lt;T&gt;(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név1, T név 2,…)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//Műveletek. Itt a típusra lehet a 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T-vel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Függvény:</a:t>
            </a:r>
          </a:p>
          <a:p>
            <a:pPr marL="0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módosító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név&lt;T&gt;(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név1, T név 2,…)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Műveletek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3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Példa generikus eljárásra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csere&lt;T&gt;(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ref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 b)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T c=a;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=b;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=c;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Meghívás pl.: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csere&lt;int&gt;(x,y); </a:t>
            </a:r>
            <a:r>
              <a:rPr lang="hu-HU" sz="3200" dirty="0" smtClean="0">
                <a:cs typeface="Courier New" panose="02070309020205020404" pitchFamily="49" charset="0"/>
              </a:rPr>
              <a:t>vagy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csere&lt;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&gt;(n,m);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Az előny, hogy az eljárást nem kell típusonként deklarálni külön, hanem elég 1 deklaráció.</a:t>
            </a:r>
          </a:p>
        </p:txBody>
      </p:sp>
    </p:spTree>
    <p:extLst>
      <p:ext uri="{BB962C8B-B14F-4D97-AF65-F5344CB8AC3E}">
        <p14:creationId xmlns:p14="http://schemas.microsoft.com/office/powerpoint/2010/main" val="361442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Példa generikus függvényre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int keres&lt;T&gt;(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[] tömb, int 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n,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 elem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int i=0;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 !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tömb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].Equals(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i++;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 &lt; 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n)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i;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Meghívás pl.: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int[] t={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3,6,4,8,2};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k=keres&lt;int&gt;(t,5,4);</a:t>
            </a:r>
          </a:p>
        </p:txBody>
      </p:sp>
    </p:spTree>
    <p:extLst>
      <p:ext uri="{BB962C8B-B14F-4D97-AF65-F5344CB8AC3E}">
        <p14:creationId xmlns:p14="http://schemas.microsoft.com/office/powerpoint/2010/main" val="116834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GENERIKUS osztály megadása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osztálynév&lt;T&gt;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//Az osztályon belül hivatkozhatunk a T típusra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Példa: a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List&lt;T&gt; </a:t>
            </a:r>
            <a:r>
              <a:rPr lang="hu-HU" sz="3200" dirty="0" smtClean="0">
                <a:cs typeface="Courier New" panose="02070309020205020404" pitchFamily="49" charset="0"/>
              </a:rPr>
              <a:t>osztály, amit már korábban használtunk.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Ha a generikus osztályban van egy statikus tag, </a:t>
            </a:r>
            <a:r>
              <a:rPr lang="hu-HU" sz="3200" dirty="0" err="1" smtClean="0">
                <a:cs typeface="Courier New" panose="02070309020205020404" pitchFamily="49" charset="0"/>
              </a:rPr>
              <a:t>pl</a:t>
            </a:r>
            <a:r>
              <a:rPr lang="hu-HU" sz="3200" dirty="0" smtClean="0">
                <a:cs typeface="Courier New" panose="02070309020205020404" pitchFamily="49" charset="0"/>
              </a:rPr>
              <a:t>:</a:t>
            </a:r>
            <a:br>
              <a:rPr lang="hu-HU" sz="3200" dirty="0" smtClean="0">
                <a:cs typeface="Courier New" panose="02070309020205020404" pitchFamily="49" charset="0"/>
              </a:rPr>
            </a:b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Osztály&lt;T&gt;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int érték;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3200" dirty="0" smtClean="0">
                <a:cs typeface="Courier New" panose="02070309020205020404" pitchFamily="49" charset="0"/>
              </a:rPr>
              <a:t>akkor minden egyes típushoz külön érték fog tartozni, pl.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Osztály&lt;int&gt;.érték=30 </a:t>
            </a:r>
            <a:r>
              <a:rPr lang="hu-HU" sz="3200" dirty="0" smtClean="0">
                <a:cs typeface="Courier New" panose="02070309020205020404" pitchFamily="49" charset="0"/>
              </a:rPr>
              <a:t>és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Osztály&lt;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&gt;.érték=20 </a:t>
            </a:r>
            <a:r>
              <a:rPr lang="hu-HU" sz="3200" dirty="0" smtClean="0">
                <a:cs typeface="Courier New" panose="02070309020205020404" pitchFamily="49" charset="0"/>
              </a:rPr>
              <a:t>külön van véve.</a:t>
            </a:r>
          </a:p>
        </p:txBody>
      </p:sp>
    </p:spTree>
    <p:extLst>
      <p:ext uri="{BB962C8B-B14F-4D97-AF65-F5344CB8AC3E}">
        <p14:creationId xmlns:p14="http://schemas.microsoft.com/office/powerpoint/2010/main" val="63041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276538" y="0"/>
            <a:ext cx="6848226" cy="1319134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Öröklődés GENERIKUS osztályban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89548"/>
            <a:ext cx="12057529" cy="53964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osztálynév&lt;T&gt;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származtatott&lt;T&gt;: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hu-HU" sz="2800" dirty="0" smtClean="0">
                <a:cs typeface="Courier New" panose="02070309020205020404" pitchFamily="49" charset="0"/>
              </a:rPr>
              <a:t>VAGY</a:t>
            </a:r>
            <a:endParaRPr lang="hu-HU" sz="2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származtatott2: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&lt;int&gt;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2800" dirty="0" smtClean="0">
                <a:cs typeface="Courier New" panose="02070309020205020404" pitchFamily="49" charset="0"/>
              </a:rPr>
              <a:t>Az utóbbi esetben már nem generikus osztályt származtatunk.</a:t>
            </a:r>
          </a:p>
        </p:txBody>
      </p:sp>
    </p:spTree>
    <p:extLst>
      <p:ext uri="{BB962C8B-B14F-4D97-AF65-F5344CB8AC3E}">
        <p14:creationId xmlns:p14="http://schemas.microsoft.com/office/powerpoint/2010/main" val="71265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24764" cy="779489"/>
          </a:xfrm>
        </p:spPr>
        <p:txBody>
          <a:bodyPr>
            <a:normAutofit/>
          </a:bodyPr>
          <a:lstStyle/>
          <a:p>
            <a:r>
              <a:rPr lang="hu-HU" dirty="0" smtClean="0"/>
              <a:t>További Példa generikus gyűjteményekre</a:t>
            </a:r>
            <a:endParaRPr lang="hu-HU" dirty="0"/>
          </a:p>
        </p:txBody>
      </p:sp>
      <p:sp>
        <p:nvSpPr>
          <p:cNvPr id="4" name="Tartalom helye 3"/>
          <p:cNvSpPr>
            <a:spLocks noGrp="1"/>
          </p:cNvSpPr>
          <p:nvPr>
            <p:ph idx="1"/>
          </p:nvPr>
        </p:nvSpPr>
        <p:spPr>
          <a:xfrm>
            <a:off x="-1" y="779489"/>
            <a:ext cx="12192001" cy="5951511"/>
          </a:xfrm>
        </p:spPr>
        <p:txBody>
          <a:bodyPr>
            <a:normAutofit lnSpcReduction="10000"/>
          </a:bodyPr>
          <a:lstStyle/>
          <a:p>
            <a:r>
              <a:rPr lang="hu-HU" sz="3200" dirty="0" smtClean="0"/>
              <a:t>List&lt;T&gt;: lásd korábban</a:t>
            </a:r>
          </a:p>
          <a:p>
            <a:r>
              <a:rPr lang="hu-HU" sz="3200" dirty="0" err="1" smtClean="0"/>
              <a:t>SortedList</a:t>
            </a:r>
            <a:r>
              <a:rPr lang="hu-HU" sz="3200" dirty="0" smtClean="0"/>
              <a:t>&lt;T,U&gt;, </a:t>
            </a:r>
            <a:r>
              <a:rPr lang="hu-HU" sz="3200" dirty="0" err="1" smtClean="0"/>
              <a:t>SortedDictionary</a:t>
            </a:r>
            <a:r>
              <a:rPr lang="hu-HU" sz="3200" dirty="0" smtClean="0"/>
              <a:t>&lt;T,U&gt;</a:t>
            </a:r>
            <a:br>
              <a:rPr lang="hu-HU" sz="3200" dirty="0" smtClean="0"/>
            </a:br>
            <a:r>
              <a:rPr lang="hu-HU" sz="3200" dirty="0" smtClean="0"/>
              <a:t>Hasonló a listához, de itt kulcs-érték párok vannak benne, és kulcs szerint rendezettek az elemek.</a:t>
            </a:r>
          </a:p>
          <a:p>
            <a:r>
              <a:rPr lang="hu-HU" sz="3200" dirty="0" smtClean="0"/>
              <a:t>Pl.</a:t>
            </a:r>
          </a:p>
          <a:p>
            <a:pPr marL="0" indent="0">
              <a:buNone/>
            </a:pP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SortedList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,int&gt; l=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SortedList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,int&gt;();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l.Add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(”Kovács József”,10);</a:t>
            </a:r>
            <a:b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l.Add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(”Nagy István”,5);</a:t>
            </a:r>
          </a:p>
          <a:p>
            <a:r>
              <a:rPr lang="hu-HU" sz="3200" dirty="0" smtClean="0"/>
              <a:t>Ha nem szükséges rendezettség, akkor a 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&lt;T,U&gt;</a:t>
            </a:r>
            <a:r>
              <a:rPr lang="hu-HU" sz="3200" dirty="0" smtClean="0"/>
              <a:t> gyűjteményt érdemesebb használni.</a:t>
            </a:r>
          </a:p>
        </p:txBody>
      </p:sp>
    </p:spTree>
    <p:extLst>
      <p:ext uri="{BB962C8B-B14F-4D97-AF65-F5344CB8AC3E}">
        <p14:creationId xmlns:p14="http://schemas.microsoft.com/office/powerpoint/2010/main" val="188282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1934</TotalTime>
  <Words>151</Words>
  <Application>Microsoft Office PowerPoint</Application>
  <PresentationFormat>Szélesvásznú</PresentationFormat>
  <Paragraphs>35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Égi</vt:lpstr>
      <vt:lpstr>GENERIKUSOK</vt:lpstr>
      <vt:lpstr>GENERIKUS metódusok</vt:lpstr>
      <vt:lpstr>Példa generikus eljárásra</vt:lpstr>
      <vt:lpstr>Példa generikus függvényre</vt:lpstr>
      <vt:lpstr>GENERIKUS osztály megadása</vt:lpstr>
      <vt:lpstr>Öröklődés GENERIKUS osztályban</vt:lpstr>
      <vt:lpstr>További Példa generikus gyűjteményekre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mechwwart@gmail.com</cp:lastModifiedBy>
  <cp:revision>586</cp:revision>
  <dcterms:created xsi:type="dcterms:W3CDTF">2014-11-05T16:55:57Z</dcterms:created>
  <dcterms:modified xsi:type="dcterms:W3CDTF">2015-05-21T11:15:18Z</dcterms:modified>
</cp:coreProperties>
</file>