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6"/>
  </p:handout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59" autoAdjust="0"/>
    <p:restoredTop sz="94660"/>
  </p:normalViewPr>
  <p:slideViewPr>
    <p:cSldViewPr snapToGrid="0">
      <p:cViewPr varScale="1">
        <p:scale>
          <a:sx n="73" d="100"/>
          <a:sy n="73" d="100"/>
        </p:scale>
        <p:origin x="63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2016. 01. 01.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A program életútja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338548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program életútja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lvl="0" indent="-742950">
              <a:buFont typeface="+mj-lt"/>
              <a:buAutoNum type="arabicPeriod"/>
            </a:pPr>
            <a:r>
              <a:rPr lang="hu-HU" dirty="0"/>
              <a:t>A feladat megfogalmazása</a:t>
            </a:r>
          </a:p>
          <a:p>
            <a:pPr marL="742950" lvl="0" indent="-742950">
              <a:buFont typeface="+mj-lt"/>
              <a:buAutoNum type="arabicPeriod"/>
            </a:pPr>
            <a:r>
              <a:rPr lang="hu-HU" dirty="0"/>
              <a:t>Specifikáció, </a:t>
            </a:r>
            <a:r>
              <a:rPr lang="hu-HU" dirty="0" smtClean="0"/>
              <a:t>algoritmustervezés: Az </a:t>
            </a:r>
            <a:r>
              <a:rPr lang="hu-HU" dirty="0"/>
              <a:t>alkalmazás feltételeit meghatározzák. A megrendelő és a felhasználó számára is érthetőnek kell lenni. (Pl. menüszerkezet, </a:t>
            </a:r>
            <a:r>
              <a:rPr lang="hu-HU" dirty="0" err="1"/>
              <a:t>képrenyőterv</a:t>
            </a:r>
            <a:r>
              <a:rPr lang="hu-HU" dirty="0" smtClean="0"/>
              <a:t>)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101171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program életútja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742950" lvl="0" indent="-742950">
              <a:buFont typeface="+mj-lt"/>
              <a:buAutoNum type="arabicPeriod" startAt="3"/>
            </a:pPr>
            <a:r>
              <a:rPr lang="hu-HU" sz="2800" dirty="0"/>
              <a:t>Kódolás: A megtervezett program megvalósítása adott programozási nyelven. Fontos, hogy a megfelelő programozási nyelvet válasszuk. Megjegyzés: Előfordulhat, hogy ennél a lépésnél újra kell tervezni a programot.</a:t>
            </a:r>
          </a:p>
          <a:p>
            <a:pPr marL="742950" lvl="0" indent="-742950">
              <a:buFont typeface="+mj-lt"/>
              <a:buAutoNum type="arabicPeriod" startAt="3"/>
            </a:pPr>
            <a:r>
              <a:rPr lang="hu-HU" sz="2800" dirty="0"/>
              <a:t>Tesztelés: A megírt program kipróbálása a lehető legtöbb esetben. Különösen fontos a szélsőséges esetek tesztelése, és például a hibás bemenet tesztelés.</a:t>
            </a:r>
          </a:p>
          <a:p>
            <a:pPr lvl="1"/>
            <a:r>
              <a:rPr lang="hu-HU" sz="2800" dirty="0"/>
              <a:t>Statikus tesztelés: a kód formális ellenőrzése</a:t>
            </a:r>
          </a:p>
          <a:p>
            <a:pPr lvl="1"/>
            <a:r>
              <a:rPr lang="hu-HU" sz="2800" dirty="0"/>
              <a:t>Dinamikus tesztelés: a programot konkrét bemenetekkel ellenőrizzük</a:t>
            </a:r>
          </a:p>
        </p:txBody>
      </p:sp>
    </p:spTree>
    <p:extLst>
      <p:ext uri="{BB962C8B-B14F-4D97-AF65-F5344CB8AC3E}">
        <p14:creationId xmlns:p14="http://schemas.microsoft.com/office/powerpoint/2010/main" val="23614293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program életútja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742950" lvl="0" indent="-742950">
              <a:buFont typeface="+mj-lt"/>
              <a:buAutoNum type="arabicPeriod" startAt="5"/>
            </a:pPr>
            <a:r>
              <a:rPr lang="hu-HU" dirty="0"/>
              <a:t>Hibakeresés, javítás</a:t>
            </a:r>
          </a:p>
          <a:p>
            <a:pPr marL="742950" lvl="0" indent="-742950">
              <a:buFont typeface="+mj-lt"/>
              <a:buAutoNum type="arabicPeriod" startAt="5"/>
            </a:pPr>
            <a:r>
              <a:rPr lang="hu-HU" dirty="0"/>
              <a:t>Hatékonyságvizsgálat: Az elkészült program vizsgálata a futási idő és a tárfelhasználás szempontjából.</a:t>
            </a:r>
          </a:p>
          <a:p>
            <a:pPr marL="742950" lvl="0" indent="-742950">
              <a:buFont typeface="+mj-lt"/>
              <a:buAutoNum type="arabicPeriod" startAt="5"/>
            </a:pPr>
            <a:r>
              <a:rPr lang="hu-HU" dirty="0"/>
              <a:t>Dokumentálás: Felhasználói, programozói</a:t>
            </a:r>
          </a:p>
          <a:p>
            <a:pPr marL="742950" lvl="0" indent="-742950">
              <a:buFont typeface="+mj-lt"/>
              <a:buAutoNum type="arabicPeriod" startAt="5"/>
            </a:pPr>
            <a:r>
              <a:rPr lang="hu-HU" dirty="0"/>
              <a:t>Üzembe helyezés és karbantartás: A program működése közbeni rendellenességek kiküszöbölése. (Verziók, pl. 1.0)</a:t>
            </a:r>
          </a:p>
        </p:txBody>
      </p:sp>
    </p:spTree>
    <p:extLst>
      <p:ext uri="{BB962C8B-B14F-4D97-AF65-F5344CB8AC3E}">
        <p14:creationId xmlns:p14="http://schemas.microsoft.com/office/powerpoint/2010/main" val="27296117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932</TotalTime>
  <Words>156</Words>
  <Application>Microsoft Office PowerPoint</Application>
  <PresentationFormat>Szélesvásznú</PresentationFormat>
  <Paragraphs>14</Paragraphs>
  <Slides>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Égi</vt:lpstr>
      <vt:lpstr>A program életútja</vt:lpstr>
      <vt:lpstr>A program életútja</vt:lpstr>
      <vt:lpstr>A program életútja</vt:lpstr>
      <vt:lpstr>A program életútja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Péter Miklós</cp:lastModifiedBy>
  <cp:revision>262</cp:revision>
  <dcterms:created xsi:type="dcterms:W3CDTF">2014-11-05T16:55:57Z</dcterms:created>
  <dcterms:modified xsi:type="dcterms:W3CDTF">2016-01-01T13:31:41Z</dcterms:modified>
</cp:coreProperties>
</file>