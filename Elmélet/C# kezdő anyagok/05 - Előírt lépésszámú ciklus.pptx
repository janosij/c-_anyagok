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9"/>
  </p:handoutMasterIdLst>
  <p:sldIdLst>
    <p:sldId id="289" r:id="rId2"/>
    <p:sldId id="290" r:id="rId3"/>
    <p:sldId id="291" r:id="rId4"/>
    <p:sldId id="292" r:id="rId5"/>
    <p:sldId id="293" r:id="rId6"/>
    <p:sldId id="294" r:id="rId7"/>
    <p:sldId id="29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2019. 10. 09.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10/9/2019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/>
              <a:t>Előírt lépésszámú ciklus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8753586" cy="5499278"/>
          </a:xfrm>
        </p:spPr>
        <p:txBody>
          <a:bodyPr>
            <a:normAutofit lnSpcReduction="10000"/>
          </a:bodyPr>
          <a:lstStyle/>
          <a:p>
            <a:pPr lvl="0"/>
            <a:r>
              <a:rPr lang="hu-HU" sz="3200" dirty="0"/>
              <a:t>Ciklus részei: fej, mag, vég</a:t>
            </a:r>
          </a:p>
          <a:p>
            <a:pPr lvl="0"/>
            <a:r>
              <a:rPr lang="hu-HU" sz="3200" dirty="0"/>
              <a:t>Előre meg tudjuk mondani, hogy hányszor fog ismétlődni a tevékenység.</a:t>
            </a:r>
          </a:p>
          <a:p>
            <a:pPr lvl="0"/>
            <a:r>
              <a:rPr lang="hu-HU" sz="3200" dirty="0"/>
              <a:t>Az, hogy mennyiszer fut le a ciklus, egy változó értékétől függ. Ezt ciklusváltozónak nevezzük</a:t>
            </a:r>
          </a:p>
          <a:p>
            <a:pPr lvl="0"/>
            <a:r>
              <a:rPr lang="hu-HU" sz="3200" dirty="0"/>
              <a:t>Szintaktika:</a:t>
            </a:r>
          </a:p>
          <a:p>
            <a:pPr marL="0" lvl="0" indent="0">
              <a:buNone/>
            </a:pPr>
            <a:r>
              <a:rPr lang="hu-HU" sz="3200" dirty="0"/>
              <a:t>Ciklus ciklusváltozó=kezdőérték-</a:t>
            </a:r>
            <a:r>
              <a:rPr lang="hu-HU" sz="3200" dirty="0" err="1"/>
              <a:t>től</a:t>
            </a:r>
            <a:r>
              <a:rPr lang="hu-HU" sz="3200" dirty="0"/>
              <a:t> végértékig milyen irányban milyen lépésközzel</a:t>
            </a:r>
          </a:p>
          <a:p>
            <a:pPr marL="0" lvl="0" indent="0">
              <a:buNone/>
            </a:pPr>
            <a:r>
              <a:rPr lang="hu-HU" sz="3200" dirty="0"/>
              <a:t>	utasítások</a:t>
            </a:r>
          </a:p>
          <a:p>
            <a:pPr marL="0" lvl="0" indent="0">
              <a:buNone/>
            </a:pPr>
            <a:r>
              <a:rPr lang="hu-HU" sz="3200" dirty="0"/>
              <a:t>Ciklus vége</a:t>
            </a:r>
          </a:p>
        </p:txBody>
      </p:sp>
      <p:sp>
        <p:nvSpPr>
          <p:cNvPr id="4" name="Hatszög 3"/>
          <p:cNvSpPr/>
          <p:nvPr/>
        </p:nvSpPr>
        <p:spPr>
          <a:xfrm>
            <a:off x="8125097" y="4180116"/>
            <a:ext cx="3344092" cy="1097280"/>
          </a:xfrm>
          <a:prstGeom prst="hex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Ciklus i=1-től 100-ig</a:t>
            </a:r>
          </a:p>
        </p:txBody>
      </p:sp>
      <p:sp>
        <p:nvSpPr>
          <p:cNvPr id="5" name="Lefelé nyíl 4"/>
          <p:cNvSpPr/>
          <p:nvPr/>
        </p:nvSpPr>
        <p:spPr>
          <a:xfrm>
            <a:off x="9522822" y="5277396"/>
            <a:ext cx="274321" cy="4963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Lefelé nyíl 5"/>
          <p:cNvSpPr/>
          <p:nvPr/>
        </p:nvSpPr>
        <p:spPr>
          <a:xfrm rot="16200000" flipV="1">
            <a:off x="11550832" y="4519749"/>
            <a:ext cx="254727" cy="418013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Szövegdoboz 6"/>
          <p:cNvSpPr txBox="1"/>
          <p:nvPr/>
        </p:nvSpPr>
        <p:spPr>
          <a:xfrm>
            <a:off x="9477103" y="5534144"/>
            <a:ext cx="64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…</a:t>
            </a:r>
          </a:p>
        </p:txBody>
      </p:sp>
      <p:sp>
        <p:nvSpPr>
          <p:cNvPr id="8" name="Téglalap 7"/>
          <p:cNvSpPr/>
          <p:nvPr/>
        </p:nvSpPr>
        <p:spPr>
          <a:xfrm>
            <a:off x="9601199" y="6019088"/>
            <a:ext cx="195944" cy="7308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/>
          <p:cNvSpPr/>
          <p:nvPr/>
        </p:nvSpPr>
        <p:spPr>
          <a:xfrm>
            <a:off x="11887201" y="4691496"/>
            <a:ext cx="101237" cy="20584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/>
          <p:cNvSpPr/>
          <p:nvPr/>
        </p:nvSpPr>
        <p:spPr>
          <a:xfrm>
            <a:off x="9601198" y="6568224"/>
            <a:ext cx="2387240" cy="1912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7402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791029"/>
          </a:xfrm>
        </p:spPr>
        <p:txBody>
          <a:bodyPr/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hu-HU" dirty="0"/>
              <a:t>Írjuk ki a számokat 1-től 100-ig</a:t>
            </a:r>
          </a:p>
          <a:p>
            <a:pPr marL="0" lv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számok</a:t>
            </a:r>
          </a:p>
          <a:p>
            <a:pPr marL="0" lv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Ciklus i=1-től 100-ig</a:t>
            </a:r>
          </a:p>
          <a:p>
            <a:pPr marL="0" lv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Ki:i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lv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10955283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817154"/>
          </a:xfrm>
        </p:spPr>
        <p:txBody>
          <a:bodyPr/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09007" y="718457"/>
            <a:ext cx="7821021" cy="6012543"/>
          </a:xfrm>
        </p:spPr>
        <p:txBody>
          <a:bodyPr>
            <a:noAutofit/>
          </a:bodyPr>
          <a:lstStyle/>
          <a:p>
            <a:pPr marL="0" lvl="0" indent="0">
              <a:spcAft>
                <a:spcPts val="0"/>
              </a:spcAft>
              <a:buNone/>
            </a:pPr>
            <a:r>
              <a:rPr lang="hu-HU" sz="3200" dirty="0"/>
              <a:t>Írj algoritmust, amely beolvas egy n pozitív egész számot, majd 1-től n-ig kiírja a számok négyzetét!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négyzet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Be: n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i=1-től n-ig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x=i*i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Ki: x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  <a:endParaRPr lang="hu-HU" sz="3200" dirty="0"/>
          </a:p>
          <a:p>
            <a:pPr>
              <a:spcAft>
                <a:spcPts val="0"/>
              </a:spcAft>
            </a:pPr>
            <a:endParaRPr lang="hu-HU" sz="3200" dirty="0"/>
          </a:p>
        </p:txBody>
      </p:sp>
      <p:sp>
        <p:nvSpPr>
          <p:cNvPr id="7" name="Jobbra nyíl 6"/>
          <p:cNvSpPr/>
          <p:nvPr/>
        </p:nvSpPr>
        <p:spPr>
          <a:xfrm rot="5400000">
            <a:off x="7917291" y="4679583"/>
            <a:ext cx="2829153" cy="27129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/>
          <p:cNvSpPr/>
          <p:nvPr/>
        </p:nvSpPr>
        <p:spPr>
          <a:xfrm rot="16200000">
            <a:off x="10425123" y="4259029"/>
            <a:ext cx="2745823" cy="2378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Balra nyíl 8"/>
          <p:cNvSpPr/>
          <p:nvPr/>
        </p:nvSpPr>
        <p:spPr>
          <a:xfrm>
            <a:off x="10719664" y="2919662"/>
            <a:ext cx="1078371" cy="294048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/>
          <p:cNvSpPr/>
          <p:nvPr/>
        </p:nvSpPr>
        <p:spPr>
          <a:xfrm>
            <a:off x="9250361" y="5527037"/>
            <a:ext cx="2666618" cy="2516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/>
          <p:cNvSpPr/>
          <p:nvPr/>
        </p:nvSpPr>
        <p:spPr>
          <a:xfrm>
            <a:off x="9250361" y="5542238"/>
            <a:ext cx="181921" cy="18192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Folyamatábra: Bekötés 15"/>
          <p:cNvSpPr/>
          <p:nvPr/>
        </p:nvSpPr>
        <p:spPr>
          <a:xfrm>
            <a:off x="8629314" y="33779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START</a:t>
            </a:r>
          </a:p>
        </p:txBody>
      </p:sp>
      <p:sp>
        <p:nvSpPr>
          <p:cNvPr id="17" name="Lefelé nyíl 16"/>
          <p:cNvSpPr/>
          <p:nvPr/>
        </p:nvSpPr>
        <p:spPr>
          <a:xfrm>
            <a:off x="9221451" y="567602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Folyamatábra: Adatok 17"/>
          <p:cNvSpPr/>
          <p:nvPr/>
        </p:nvSpPr>
        <p:spPr>
          <a:xfrm>
            <a:off x="8065434" y="1175085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Be: n</a:t>
            </a:r>
          </a:p>
        </p:txBody>
      </p:sp>
      <p:sp>
        <p:nvSpPr>
          <p:cNvPr id="19" name="Lefelé nyíl 18"/>
          <p:cNvSpPr/>
          <p:nvPr/>
        </p:nvSpPr>
        <p:spPr>
          <a:xfrm>
            <a:off x="9086514" y="1696632"/>
            <a:ext cx="381000" cy="914202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Folyamatábra: Bekötés 19"/>
          <p:cNvSpPr/>
          <p:nvPr/>
        </p:nvSpPr>
        <p:spPr>
          <a:xfrm>
            <a:off x="8544391" y="6229803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STOP</a:t>
            </a:r>
          </a:p>
        </p:txBody>
      </p:sp>
      <p:sp>
        <p:nvSpPr>
          <p:cNvPr id="21" name="Hatszög 20"/>
          <p:cNvSpPr/>
          <p:nvPr/>
        </p:nvSpPr>
        <p:spPr>
          <a:xfrm>
            <a:off x="8144899" y="2660025"/>
            <a:ext cx="2574765" cy="813323"/>
          </a:xfrm>
          <a:prstGeom prst="hex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Ciklus i=1-től n-ig</a:t>
            </a:r>
          </a:p>
        </p:txBody>
      </p:sp>
      <p:sp>
        <p:nvSpPr>
          <p:cNvPr id="22" name="Téglalap 21"/>
          <p:cNvSpPr/>
          <p:nvPr/>
        </p:nvSpPr>
        <p:spPr>
          <a:xfrm>
            <a:off x="8687701" y="3748179"/>
            <a:ext cx="1356917" cy="5489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x=i*i</a:t>
            </a:r>
          </a:p>
        </p:txBody>
      </p:sp>
      <p:sp>
        <p:nvSpPr>
          <p:cNvPr id="25" name="Folyamatábra: Adatok 24">
            <a:extLst>
              <a:ext uri="{FF2B5EF4-FFF2-40B4-BE49-F238E27FC236}">
                <a16:creationId xmlns:a16="http://schemas.microsoft.com/office/drawing/2014/main" id="{86B9FADC-DF6F-4C87-B10C-29C0B379C49D}"/>
              </a:ext>
            </a:extLst>
          </p:cNvPr>
          <p:cNvSpPr/>
          <p:nvPr/>
        </p:nvSpPr>
        <p:spPr>
          <a:xfrm>
            <a:off x="8038781" y="4650377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/>
              <a:t>Ki: x</a:t>
            </a:r>
          </a:p>
        </p:txBody>
      </p:sp>
    </p:spTree>
    <p:extLst>
      <p:ext uri="{BB962C8B-B14F-4D97-AF65-F5344CB8AC3E}">
        <p14:creationId xmlns:p14="http://schemas.microsoft.com/office/powerpoint/2010/main" val="469155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817154"/>
          </a:xfrm>
        </p:spPr>
        <p:txBody>
          <a:bodyPr/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09007" y="817155"/>
            <a:ext cx="11821884" cy="5913846"/>
          </a:xfrm>
        </p:spPr>
        <p:txBody>
          <a:bodyPr>
            <a:normAutofit/>
          </a:bodyPr>
          <a:lstStyle/>
          <a:p>
            <a:pPr marL="0" lvl="0" indent="0">
              <a:spcAft>
                <a:spcPts val="0"/>
              </a:spcAft>
              <a:buNone/>
            </a:pPr>
            <a:r>
              <a:rPr lang="hu-HU" b="1" dirty="0"/>
              <a:t>Írj algoritmust, amely beolvas egy n pozitív egész számot, majd 1-től n-ig kiírja a páros számokat!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páros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Be: n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Ciklus i=1-től n-ig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Ha i%2==0 akkor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	Ki: i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Elágazás vége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  <a:endParaRPr lang="hu-HU" dirty="0"/>
          </a:p>
          <a:p>
            <a:pPr>
              <a:spcAft>
                <a:spcPts val="0"/>
              </a:spcAft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86822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817154"/>
          </a:xfrm>
        </p:spPr>
        <p:txBody>
          <a:bodyPr/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09007" y="817155"/>
            <a:ext cx="11821884" cy="5913846"/>
          </a:xfrm>
        </p:spPr>
        <p:txBody>
          <a:bodyPr>
            <a:noAutofit/>
          </a:bodyPr>
          <a:lstStyle/>
          <a:p>
            <a:pPr marL="0" lvl="0" indent="0">
              <a:spcAft>
                <a:spcPts val="0"/>
              </a:spcAft>
              <a:buNone/>
            </a:pPr>
            <a:r>
              <a:rPr lang="hu-HU" sz="2800" b="1" dirty="0"/>
              <a:t>Írj algoritmust, amely beolvas két egész számot, majd eldönti, hogy azonos-e az előjelük!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előjel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Be: </a:t>
            </a:r>
            <a:r>
              <a:rPr lang="hu-HU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endParaRPr lang="hu-H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Ha a*b&gt;0 akkor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Ki: Azonos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Különben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Ha a*b&lt;0 akkor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	Ki: Különböző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Különben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	Ki: Az egyik szám 0.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Elágazás vége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Elágazás vége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  <a:endParaRPr lang="hu-HU" sz="2800" dirty="0"/>
          </a:p>
          <a:p>
            <a:pPr>
              <a:spcAft>
                <a:spcPts val="0"/>
              </a:spcAft>
            </a:pP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6665747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817154"/>
          </a:xfrm>
        </p:spPr>
        <p:txBody>
          <a:bodyPr/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09007" y="817155"/>
            <a:ext cx="11821884" cy="5913846"/>
          </a:xfrm>
        </p:spPr>
        <p:txBody>
          <a:bodyPr>
            <a:noAutofit/>
          </a:bodyPr>
          <a:lstStyle/>
          <a:p>
            <a:pPr marL="0" lvl="0" indent="0">
              <a:spcAft>
                <a:spcPts val="0"/>
              </a:spcAft>
              <a:buNone/>
            </a:pPr>
            <a:r>
              <a:rPr lang="hu-HU" sz="3200" b="1" dirty="0"/>
              <a:t>Írj algoritmust, amely beolvas pozitív egész számot, majd kiírja az osztóit!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osztó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Be: n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i=1-től n-ig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Ha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n%i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==0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Ki:i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Elágazás vége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  <a:endParaRPr lang="hu-HU" sz="3200" dirty="0"/>
          </a:p>
          <a:p>
            <a:pPr>
              <a:spcAft>
                <a:spcPts val="0"/>
              </a:spcAft>
            </a:pP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34703198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0131425" cy="817154"/>
          </a:xfrm>
        </p:spPr>
        <p:txBody>
          <a:bodyPr/>
          <a:lstStyle/>
          <a:p>
            <a:r>
              <a:rPr lang="hu-HU" dirty="0"/>
              <a:t>PÉLDA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09007" y="817155"/>
            <a:ext cx="11821884" cy="5913846"/>
          </a:xfrm>
        </p:spPr>
        <p:txBody>
          <a:bodyPr>
            <a:noAutofit/>
          </a:bodyPr>
          <a:lstStyle/>
          <a:p>
            <a:pPr marL="0" lvl="0" indent="0">
              <a:spcAft>
                <a:spcPts val="0"/>
              </a:spcAft>
              <a:buNone/>
            </a:pPr>
            <a:r>
              <a:rPr lang="hu-HU" sz="3200" b="1" dirty="0"/>
              <a:t>Írj algoritmust, amely beolvas pozitív egész számot, majd kiírja az osztóit! (2. megoldás)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osztó2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Be: n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i=1-től n/2-ig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Ha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n%i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==0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Ki:i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Elágazás vége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Ciklus vége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Ki: n</a:t>
            </a:r>
          </a:p>
          <a:p>
            <a:pPr marL="0" lv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  <a:endParaRPr lang="hu-HU" sz="3200" dirty="0"/>
          </a:p>
          <a:p>
            <a:pPr>
              <a:spcAft>
                <a:spcPts val="0"/>
              </a:spcAft>
            </a:pP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1210377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1360</TotalTime>
  <Words>187</Words>
  <Application>Microsoft Office PowerPoint</Application>
  <PresentationFormat>Szélesvásznú</PresentationFormat>
  <Paragraphs>77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Égi</vt:lpstr>
      <vt:lpstr>Előírt lépésszámú ciklus</vt:lpstr>
      <vt:lpstr>PÉLDA</vt:lpstr>
      <vt:lpstr>PÉLDA</vt:lpstr>
      <vt:lpstr>PÉLDA</vt:lpstr>
      <vt:lpstr>PÉLDA</vt:lpstr>
      <vt:lpstr>PÉLDA</vt:lpstr>
      <vt:lpstr>PÉLDA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Miklós Péter</cp:lastModifiedBy>
  <cp:revision>363</cp:revision>
  <dcterms:created xsi:type="dcterms:W3CDTF">2014-11-05T16:55:57Z</dcterms:created>
  <dcterms:modified xsi:type="dcterms:W3CDTF">2019-10-09T07:05:57Z</dcterms:modified>
</cp:coreProperties>
</file>