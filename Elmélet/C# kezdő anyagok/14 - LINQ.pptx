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8"/>
  </p:handoutMasterIdLst>
  <p:sldIdLst>
    <p:sldId id="256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59" d="100"/>
          <a:sy n="59" d="100"/>
        </p:scale>
        <p:origin x="30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2015. 09. 21.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9/21/2015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A LINQ alapjai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3854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LINQ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68947"/>
            <a:ext cx="10131425" cy="5499278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Language-Integrated</a:t>
            </a:r>
            <a:r>
              <a:rPr lang="hu-HU" dirty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rövidítése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Microsoft .NET Framework része.</a:t>
            </a:r>
            <a:endParaRPr lang="hu-HU" dirty="0" smtClean="0"/>
          </a:p>
          <a:p>
            <a:r>
              <a:rPr lang="hu-HU" dirty="0" smtClean="0"/>
              <a:t>Eszközöket biztosít adatok lekérdezésére módosítására nem csak adatbázisok esetén, hanem például tömb és lista esetén is.</a:t>
            </a:r>
          </a:p>
        </p:txBody>
      </p:sp>
    </p:spTree>
    <p:extLst>
      <p:ext uri="{BB962C8B-B14F-4D97-AF65-F5344CB8AC3E}">
        <p14:creationId xmlns:p14="http://schemas.microsoft.com/office/powerpoint/2010/main" val="35514136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Előkészítés a LINQ használatához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068947"/>
            <a:ext cx="10131425" cy="5499278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hu-HU" dirty="0" smtClean="0"/>
              <a:t>Osztály létrehozása a megfelelő adatstruktúrához.</a:t>
            </a:r>
          </a:p>
          <a:p>
            <a:pPr marL="742950" indent="-742950">
              <a:buFont typeface="+mj-lt"/>
              <a:buAutoNum type="arabicPeriod"/>
            </a:pPr>
            <a:r>
              <a:rPr lang="hu-HU" dirty="0" smtClean="0"/>
              <a:t>Az adatok beolvasása az osztályokból </a:t>
            </a:r>
            <a:r>
              <a:rPr lang="hu-HU" dirty="0" smtClean="0"/>
              <a:t>példányosított objektumokba</a:t>
            </a:r>
            <a:r>
              <a:rPr lang="hu-HU" dirty="0" smtClean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hu-HU" dirty="0" smtClean="0"/>
              <a:t>Az objektumok hozzáadása a listához. Az egyszerűsített </a:t>
            </a:r>
            <a:r>
              <a:rPr lang="hu-HU" dirty="0" smtClean="0"/>
              <a:t>adatbázis </a:t>
            </a:r>
            <a:r>
              <a:rPr lang="hu-HU" dirty="0" smtClean="0"/>
              <a:t>a lista lesz.</a:t>
            </a:r>
          </a:p>
          <a:p>
            <a:r>
              <a:rPr lang="hu-HU" dirty="0" smtClean="0"/>
              <a:t>Ha </a:t>
            </a:r>
            <a:r>
              <a:rPr lang="hu-HU" dirty="0" smtClean="0"/>
              <a:t>állományból olvasunk be adatokat, célszerű használni a </a:t>
            </a:r>
            <a:r>
              <a:rPr lang="hu-H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File.ReadAllLines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(”elérési út”)</a:t>
            </a:r>
            <a:r>
              <a:rPr lang="hu-HU" dirty="0" smtClean="0"/>
              <a:t> </a:t>
            </a:r>
            <a:r>
              <a:rPr lang="hu-HU" dirty="0" smtClean="0"/>
              <a:t>metódust, amely egyszerre olvassa be az összes adatot.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664509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1317222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Állomány végigolvasása, adatok osztályból készült listába tevése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789" y="1068947"/>
            <a:ext cx="11925836" cy="5499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List&lt;Osztály&gt; teszt=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List&lt;Osztály&gt;();</a:t>
            </a:r>
          </a:p>
          <a:p>
            <a:pPr marL="0" indent="0">
              <a:buNone/>
            </a:pP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(var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File.ReadAllLines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(„elérési út"))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teszt.Add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Osztály(konstruktor paraméterei));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800" b="1" u="sng" dirty="0" smtClean="0">
                <a:cs typeface="Courier New" panose="02070309020205020404" pitchFamily="49" charset="0"/>
              </a:rPr>
              <a:t>Adatsorok kihagyása:</a:t>
            </a:r>
            <a:r>
              <a:rPr lang="hu-HU" sz="2800" dirty="0" smtClean="0">
                <a:cs typeface="Courier New" panose="02070309020205020404" pitchFamily="49" charset="0"/>
              </a:rPr>
              <a:t> A 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ReadAllLines</a:t>
            </a:r>
            <a:r>
              <a:rPr lang="hu-HU" sz="2800" dirty="0" smtClean="0">
                <a:cs typeface="Courier New" panose="02070309020205020404" pitchFamily="49" charset="0"/>
              </a:rPr>
              <a:t> után 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hu-HU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Skip</a:t>
            </a:r>
            <a:r>
              <a:rPr lang="hu-H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(sor száma)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97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Néhány adatbázis kifejezés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4851" y="1068947"/>
            <a:ext cx="11539470" cy="5499278"/>
          </a:xfrm>
        </p:spPr>
        <p:txBody>
          <a:bodyPr>
            <a:noAutofit/>
          </a:bodyPr>
          <a:lstStyle/>
          <a:p>
            <a:r>
              <a:rPr lang="hu-HU" sz="2800" b="1" u="sng" dirty="0" smtClean="0"/>
              <a:t>Rekord:</a:t>
            </a:r>
            <a:r>
              <a:rPr lang="hu-HU" sz="2800" dirty="0" smtClean="0"/>
              <a:t> Az adatbázis egy sora, jelen esetben a lista egy eleme, azaz egy objektum.</a:t>
            </a:r>
          </a:p>
          <a:p>
            <a:r>
              <a:rPr lang="hu-HU" sz="2800" b="1" u="sng" dirty="0" smtClean="0"/>
              <a:t>Mező:</a:t>
            </a:r>
            <a:r>
              <a:rPr lang="hu-HU" sz="2800" dirty="0" smtClean="0"/>
              <a:t> A rekordon belül egy konkrét adatmező, vagyis az adatbázis egy oszlopa. (pl. név)</a:t>
            </a:r>
          </a:p>
          <a:p>
            <a:r>
              <a:rPr lang="hu-HU" sz="2800" b="1" u="sng" dirty="0" smtClean="0"/>
              <a:t>Lekérdezés:</a:t>
            </a:r>
            <a:r>
              <a:rPr lang="hu-HU" sz="2800" dirty="0" smtClean="0"/>
              <a:t> Az rekordokból bizonyos sorokat megadott feltételek mellett kiolvasunk. („kérdést teszünk fel). Pl. Személyi adatokat tárolunk a listában, és a kérdés: „Kik azok, akik 2000 előtt születtek?”</a:t>
            </a:r>
            <a:endParaRPr lang="hu-HU" sz="2800" dirty="0"/>
          </a:p>
          <a:p>
            <a:r>
              <a:rPr lang="hu-HU" sz="2800" b="1" u="sng" dirty="0" smtClean="0"/>
              <a:t>Rendezés:</a:t>
            </a:r>
            <a:r>
              <a:rPr lang="hu-HU" sz="2800" dirty="0" smtClean="0"/>
              <a:t> Az eredmény rendezése egy adott mező értékei szerint növekvő vagy csökkenő sorrendben.</a:t>
            </a:r>
          </a:p>
        </p:txBody>
      </p:sp>
    </p:spTree>
    <p:extLst>
      <p:ext uri="{BB962C8B-B14F-4D97-AF65-F5344CB8AC3E}">
        <p14:creationId xmlns:p14="http://schemas.microsoft.com/office/powerpoint/2010/main" val="51511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Néhány adatbázis kifejezés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4851" y="1068947"/>
            <a:ext cx="11539470" cy="5499278"/>
          </a:xfrm>
        </p:spPr>
        <p:txBody>
          <a:bodyPr>
            <a:noAutofit/>
          </a:bodyPr>
          <a:lstStyle/>
          <a:p>
            <a:r>
              <a:rPr lang="hu-HU" sz="2800" b="1" u="sng" dirty="0" smtClean="0"/>
              <a:t>Csoportosítás:</a:t>
            </a:r>
            <a:r>
              <a:rPr lang="hu-HU" sz="2800" dirty="0" smtClean="0"/>
              <a:t> Kiválasztunk egy mezőt, és azon rekordokat, amely ugyanazt az értéket veszi fel, egy csoportba helyezzük.</a:t>
            </a:r>
          </a:p>
          <a:p>
            <a:r>
              <a:rPr lang="hu-HU" sz="2800" b="1" u="sng" dirty="0" smtClean="0"/>
              <a:t>Összesítés:</a:t>
            </a:r>
            <a:r>
              <a:rPr lang="hu-HU" sz="2800" dirty="0" smtClean="0"/>
              <a:t> A megfelelő csoportokhoz el tudunk végezni olyan műveleteket, mint a csoport elemeinek összeadása, átlagolása, maximum, minimum kiválasztása,…</a:t>
            </a:r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1362313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1004</TotalTime>
  <Words>254</Words>
  <Application>Microsoft Office PowerPoint</Application>
  <PresentationFormat>Szélesvásznú</PresentationFormat>
  <Paragraphs>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Égi</vt:lpstr>
      <vt:lpstr>A LINQ alapjai</vt:lpstr>
      <vt:lpstr>LINQ</vt:lpstr>
      <vt:lpstr>Előkészítés a LINQ használatához</vt:lpstr>
      <vt:lpstr>Állomány végigolvasása, adatok osztályból készült listába tevése</vt:lpstr>
      <vt:lpstr>Néhány adatbázis kifejezés</vt:lpstr>
      <vt:lpstr>Néhány adatbázis kifejezés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271</cp:revision>
  <dcterms:created xsi:type="dcterms:W3CDTF">2014-11-05T16:55:57Z</dcterms:created>
  <dcterms:modified xsi:type="dcterms:W3CDTF">2015-09-21T20:26:53Z</dcterms:modified>
</cp:coreProperties>
</file>