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3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2015.01.30.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Ciklusok a C# nyelvben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385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a ciklusok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068947"/>
            <a:ext cx="10131425" cy="5499278"/>
          </a:xfrm>
        </p:spPr>
        <p:txBody>
          <a:bodyPr>
            <a:normAutofit lnSpcReduction="10000"/>
          </a:bodyPr>
          <a:lstStyle/>
          <a:p>
            <a:r>
              <a:rPr lang="hu-HU" dirty="0" smtClean="0"/>
              <a:t>Ismétlődő tevékenységek végrehajtására szolgál.</a:t>
            </a:r>
          </a:p>
          <a:p>
            <a:r>
              <a:rPr lang="hu-HU" b="1" u="sng" dirty="0" smtClean="0"/>
              <a:t>Fontos jellemzők: </a:t>
            </a:r>
            <a:r>
              <a:rPr lang="hu-HU" dirty="0" smtClean="0"/>
              <a:t>Hányszor fut le, lehet-e végtelen ciklus vagy üres ciklus, hova kerül a ciklus feltétele (ha van).</a:t>
            </a:r>
          </a:p>
          <a:p>
            <a:r>
              <a:rPr lang="hu-HU" b="1" u="sng" dirty="0" smtClean="0"/>
              <a:t>Fajtái:</a:t>
            </a:r>
          </a:p>
          <a:p>
            <a:pPr lvl="1"/>
            <a:r>
              <a:rPr lang="hu-HU" dirty="0" err="1" smtClean="0"/>
              <a:t>Elöltesztelő</a:t>
            </a:r>
            <a:endParaRPr lang="hu-HU" dirty="0" smtClean="0"/>
          </a:p>
          <a:p>
            <a:pPr lvl="1"/>
            <a:r>
              <a:rPr lang="hu-HU" dirty="0" err="1" smtClean="0"/>
              <a:t>Hátultesztelő</a:t>
            </a:r>
            <a:endParaRPr lang="hu-HU" dirty="0" smtClean="0"/>
          </a:p>
          <a:p>
            <a:pPr lvl="1"/>
            <a:r>
              <a:rPr lang="hu-HU" dirty="0" smtClean="0"/>
              <a:t>Előírt lépésszámú</a:t>
            </a:r>
          </a:p>
          <a:p>
            <a:r>
              <a:rPr lang="hu-HU" b="1" u="sng" dirty="0" smtClean="0"/>
              <a:t>Részei: </a:t>
            </a:r>
            <a:r>
              <a:rPr lang="hu-HU" dirty="0" smtClean="0"/>
              <a:t>ciklusfej, ciklusmag, ciklusvég.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5141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03032"/>
            <a:ext cx="10131425" cy="940157"/>
          </a:xfrm>
        </p:spPr>
        <p:txBody>
          <a:bodyPr/>
          <a:lstStyle/>
          <a:p>
            <a:r>
              <a:rPr lang="hu-HU" dirty="0" err="1" smtClean="0"/>
              <a:t>Elöltesztelő</a:t>
            </a:r>
            <a:r>
              <a:rPr lang="hu-HU" dirty="0" smtClean="0"/>
              <a:t> ciklus (WHILE)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043189"/>
            <a:ext cx="10892306" cy="5718220"/>
          </a:xfrm>
        </p:spPr>
        <p:txBody>
          <a:bodyPr/>
          <a:lstStyle/>
          <a:p>
            <a:r>
              <a:rPr lang="hu-HU" b="1" u="sng" dirty="0" smtClean="0"/>
              <a:t>Alakja: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(feltétel)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	utasítás; </a:t>
            </a:r>
            <a:r>
              <a:rPr lang="hu-HU" dirty="0" smtClean="0"/>
              <a:t>(vagy blokk {} között)</a:t>
            </a:r>
          </a:p>
          <a:p>
            <a:r>
              <a:rPr lang="hu-HU" dirty="0" smtClean="0"/>
              <a:t>Először kiértékelődik a feltétel, majd lefut a ciklusmag, majd újra kiértékelődik a feltétel.</a:t>
            </a:r>
          </a:p>
          <a:p>
            <a:r>
              <a:rPr lang="hu-HU" dirty="0" smtClean="0"/>
              <a:t>Ha a feltétel alapból hamis, akkor egyszer sem fut le.</a:t>
            </a:r>
          </a:p>
          <a:p>
            <a:r>
              <a:rPr lang="hu-HU" dirty="0" smtClean="0"/>
              <a:t>Ha a feltétel mindig igaz marad, akkor végtelen ciklus.</a:t>
            </a:r>
          </a:p>
        </p:txBody>
      </p:sp>
    </p:spTree>
    <p:extLst>
      <p:ext uri="{BB962C8B-B14F-4D97-AF65-F5344CB8AC3E}">
        <p14:creationId xmlns:p14="http://schemas.microsoft.com/office/powerpoint/2010/main" val="174497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</a:t>
            </a:r>
            <a:r>
              <a:rPr lang="hu-HU" dirty="0" err="1" smtClean="0"/>
              <a:t>while</a:t>
            </a:r>
            <a:r>
              <a:rPr lang="hu-HU" dirty="0" smtClean="0"/>
              <a:t> ciklusra (kódrészlet)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 smtClean="0"/>
              <a:t>…</a:t>
            </a:r>
          </a:p>
          <a:p>
            <a:pPr marL="0" indent="0">
              <a:buNone/>
            </a:pPr>
            <a:r>
              <a:rPr lang="hu-HU" dirty="0" smtClean="0">
                <a:latin typeface="Courier New" pitchFamily="49" charset="0"/>
                <a:cs typeface="Courier New" pitchFamily="49" charset="0"/>
              </a:rPr>
              <a:t>i=1;</a:t>
            </a:r>
          </a:p>
          <a:p>
            <a:pPr marL="0" indent="0">
              <a:buNone/>
            </a:pP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(i&lt;=n)</a:t>
            </a:r>
          </a:p>
          <a:p>
            <a:pPr marL="0" indent="0">
              <a:buNone/>
            </a:pPr>
            <a:r>
              <a:rPr lang="hu-HU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hu-H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(i*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hu-H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	i++;</a:t>
            </a:r>
          </a:p>
          <a:p>
            <a:pPr marL="0" indent="0">
              <a:buNone/>
            </a:pPr>
            <a:r>
              <a:rPr lang="hu-HU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hu-HU" dirty="0" smtClean="0"/>
              <a:t>…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Ez a programrészlet kiírja 1-től n-ig a számok négyzetét.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7002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Hátultesztelő</a:t>
            </a:r>
            <a:r>
              <a:rPr lang="hu-HU" dirty="0" smtClean="0"/>
              <a:t> ciklus (</a:t>
            </a:r>
            <a:r>
              <a:rPr lang="hu-HU" dirty="0" err="1" smtClean="0"/>
              <a:t>do-while</a:t>
            </a:r>
            <a:r>
              <a:rPr lang="hu-HU" dirty="0" smtClean="0"/>
              <a:t>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 smtClean="0"/>
              <a:t>Alakja:</a:t>
            </a:r>
            <a:br>
              <a:rPr lang="hu-HU" dirty="0" smtClean="0"/>
            </a:b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do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utasítások;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} 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(feltétel);</a:t>
            </a:r>
          </a:p>
          <a:p>
            <a:r>
              <a:rPr lang="hu-HU" dirty="0"/>
              <a:t>Először </a:t>
            </a:r>
            <a:r>
              <a:rPr lang="hu-HU" dirty="0" smtClean="0"/>
              <a:t>lefut a ciklus magja, </a:t>
            </a:r>
            <a:r>
              <a:rPr lang="hu-HU" dirty="0"/>
              <a:t>majd </a:t>
            </a:r>
            <a:r>
              <a:rPr lang="hu-HU" dirty="0" smtClean="0"/>
              <a:t>kiértékelődik a feltétel. Ha a feltétel igaz, újra lefut a ciklusmag, majd kiértékelődik újra a feltétel.</a:t>
            </a:r>
            <a:endParaRPr lang="hu-HU" dirty="0"/>
          </a:p>
          <a:p>
            <a:r>
              <a:rPr lang="hu-HU" dirty="0" smtClean="0"/>
              <a:t>Egyszer mindig lefut a ciklusmag.</a:t>
            </a:r>
            <a:endParaRPr lang="hu-HU" dirty="0"/>
          </a:p>
          <a:p>
            <a:r>
              <a:rPr lang="hu-HU" dirty="0"/>
              <a:t>Ha a feltétel mindig </a:t>
            </a:r>
            <a:r>
              <a:rPr lang="hu-HU" dirty="0" smtClean="0"/>
              <a:t>igaz marad, </a:t>
            </a:r>
            <a:r>
              <a:rPr lang="hu-HU" dirty="0"/>
              <a:t>akkor végtelen ciklus.</a:t>
            </a:r>
          </a:p>
        </p:txBody>
      </p:sp>
    </p:spTree>
    <p:extLst>
      <p:ext uri="{BB962C8B-B14F-4D97-AF65-F5344CB8AC3E}">
        <p14:creationId xmlns:p14="http://schemas.microsoft.com/office/powerpoint/2010/main" val="117151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</a:t>
            </a:r>
            <a:r>
              <a:rPr lang="hu-HU" dirty="0" err="1" smtClean="0"/>
              <a:t>do-while</a:t>
            </a:r>
            <a:r>
              <a:rPr lang="hu-HU" dirty="0" smtClean="0"/>
              <a:t> ciklusra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nt n;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do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n=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());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} 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&lt;0 || n&gt;10);</a:t>
            </a:r>
          </a:p>
          <a:p>
            <a:pPr marL="0" indent="0">
              <a:buNone/>
            </a:pPr>
            <a:r>
              <a:rPr lang="hu-HU" dirty="0" smtClean="0"/>
              <a:t>A ciklus addig fog lefutni újra, ameddig 0-tól nagyobb és 10-től kisebb számot olvasunk be. (a || </a:t>
            </a:r>
            <a:r>
              <a:rPr lang="hu-HU" dirty="0" err="1" smtClean="0"/>
              <a:t>a</a:t>
            </a:r>
            <a:r>
              <a:rPr lang="hu-HU" dirty="0" smtClean="0"/>
              <a:t> VAGY feltétel jele)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7609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Előírt lépésszámú ciklus (</a:t>
            </a:r>
            <a:r>
              <a:rPr lang="hu-HU" dirty="0" err="1" smtClean="0"/>
              <a:t>for</a:t>
            </a:r>
            <a:r>
              <a:rPr lang="hu-HU" dirty="0" smtClean="0"/>
              <a:t>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0207" y="1710267"/>
            <a:ext cx="11857297" cy="5020733"/>
          </a:xfrm>
        </p:spPr>
        <p:txBody>
          <a:bodyPr>
            <a:normAutofit fontScale="92500" lnSpcReduction="10000"/>
          </a:bodyPr>
          <a:lstStyle/>
          <a:p>
            <a:r>
              <a:rPr lang="hu-HU" dirty="0" smtClean="0"/>
              <a:t>Alakja (példa):</a:t>
            </a:r>
            <a:br>
              <a:rPr lang="hu-HU" dirty="0" smtClean="0"/>
            </a:b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for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(int i=kezdőérték;i&lt;=végérték;növelés vagy csökkentés)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utasítás; </a:t>
            </a:r>
            <a:r>
              <a:rPr lang="hu-HU" dirty="0" smtClean="0"/>
              <a:t>(vagy utasításblokk {} között)</a:t>
            </a:r>
          </a:p>
          <a:p>
            <a:r>
              <a:rPr lang="hu-HU" dirty="0" smtClean="0"/>
              <a:t>A ciklus kiértékeli az 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dirty="0" smtClean="0"/>
              <a:t> első lehetséges értékét, lefut a ciklus magja, változik az i értéke, a feltétel kiértékelődik, és ha nem lépte túl a határt, újra lefut a ciklusmag.</a:t>
            </a:r>
          </a:p>
          <a:p>
            <a:r>
              <a:rPr lang="hu-HU" dirty="0" smtClean="0"/>
              <a:t>Végtelen ciklus úgy lehet, ha a feltétel részt kihagyjuk, pl</a:t>
            </a:r>
            <a:r>
              <a:rPr lang="hu-HU" dirty="0" smtClean="0">
                <a:cs typeface="Courier New" panose="02070309020205020404" pitchFamily="49" charset="0"/>
              </a:rPr>
              <a:t>.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(;;)</a:t>
            </a:r>
          </a:p>
          <a:p>
            <a:r>
              <a:rPr lang="hu-HU" dirty="0" smtClean="0"/>
              <a:t>Üres ciklus akkor van, ha a kezdőérték nagyobb, mint a végérték.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1970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FOR ciklusra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err="1">
                <a:latin typeface="Courier New" pitchFamily="49" charset="0"/>
                <a:cs typeface="Courier New" pitchFamily="49" charset="0"/>
              </a:rPr>
              <a:t>f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or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(int i=1;i&lt;=n;i++)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*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hu-HU" dirty="0" smtClean="0"/>
              <a:t>Ez a programrészlet ugyanazt teszi, mint az előbbi </a:t>
            </a:r>
            <a:r>
              <a:rPr lang="hu-H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hu-HU" dirty="0" smtClean="0"/>
              <a:t> ciklus példa.</a:t>
            </a:r>
          </a:p>
          <a:p>
            <a:r>
              <a:rPr lang="hu-HU" dirty="0" smtClean="0"/>
              <a:t>A </a:t>
            </a:r>
            <a:r>
              <a:rPr lang="hu-H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hu-HU" dirty="0" smtClean="0"/>
              <a:t> és a </a:t>
            </a:r>
            <a:r>
              <a:rPr lang="hu-H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 smtClean="0"/>
              <a:t> ciklus átírható egymásba.</a:t>
            </a:r>
          </a:p>
        </p:txBody>
      </p:sp>
    </p:spTree>
    <p:extLst>
      <p:ext uri="{BB962C8B-B14F-4D97-AF65-F5344CB8AC3E}">
        <p14:creationId xmlns:p14="http://schemas.microsoft.com/office/powerpoint/2010/main" val="78251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FOR ciklus átírása </a:t>
            </a:r>
            <a:r>
              <a:rPr lang="hu-HU" dirty="0" err="1" smtClean="0"/>
              <a:t>while</a:t>
            </a:r>
            <a:r>
              <a:rPr lang="hu-HU" dirty="0" smtClean="0"/>
              <a:t> ciklusra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 err="1">
                <a:latin typeface="Courier New" pitchFamily="49" charset="0"/>
                <a:cs typeface="Courier New" pitchFamily="49" charset="0"/>
              </a:rPr>
              <a:t>f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or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(utasítás1;feltétel;utasítás2)</a:t>
            </a:r>
            <a:r>
              <a:rPr lang="hu-HU" dirty="0">
                <a:latin typeface="Courier New" pitchFamily="49" charset="0"/>
                <a:cs typeface="Courier New" pitchFamily="49" charset="0"/>
              </a:rPr>
              <a:t/>
            </a:r>
            <a:br>
              <a:rPr lang="hu-HU" dirty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utasítás3;</a:t>
            </a:r>
          </a:p>
          <a:p>
            <a:pPr marL="0" indent="0" algn="ctr">
              <a:buNone/>
            </a:pPr>
            <a:r>
              <a:rPr lang="hu-HU" dirty="0" smtClean="0">
                <a:latin typeface="+mj-lt"/>
                <a:cs typeface="Courier New" pitchFamily="49" charset="0"/>
              </a:rPr>
              <a:t>ÁTÍRVA:</a:t>
            </a:r>
          </a:p>
          <a:p>
            <a:pPr marL="0" indent="0">
              <a:buNone/>
            </a:pPr>
            <a:r>
              <a:rPr lang="hu-HU" dirty="0" smtClean="0">
                <a:latin typeface="Courier New" pitchFamily="49" charset="0"/>
                <a:cs typeface="Courier New" pitchFamily="49" charset="0"/>
              </a:rPr>
              <a:t>utasítás1;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(feltétel)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utasítás3;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utasítás2;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029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Break</a:t>
            </a:r>
            <a:r>
              <a:rPr lang="hu-HU" dirty="0" smtClean="0"/>
              <a:t>, </a:t>
            </a:r>
            <a:r>
              <a:rPr lang="hu-HU" dirty="0" err="1" smtClean="0"/>
              <a:t>continue</a:t>
            </a:r>
            <a:r>
              <a:rPr lang="hu-HU" dirty="0" smtClean="0"/>
              <a:t> utasítások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u="sng" dirty="0" err="1"/>
              <a:t>b</a:t>
            </a:r>
            <a:r>
              <a:rPr lang="hu-HU" b="1" u="sng" dirty="0" err="1" smtClean="0"/>
              <a:t>reak</a:t>
            </a:r>
            <a:r>
              <a:rPr lang="hu-HU" b="1" u="sng" dirty="0" smtClean="0"/>
              <a:t>:</a:t>
            </a:r>
            <a:r>
              <a:rPr lang="hu-HU" dirty="0" smtClean="0"/>
              <a:t> az adott utasításrészt befejezi, pl. egy ciklusból ezzel is ki lehet lépni.</a:t>
            </a:r>
          </a:p>
          <a:p>
            <a:r>
              <a:rPr lang="hu-HU" b="1" u="sng" dirty="0" err="1" smtClean="0"/>
              <a:t>continue</a:t>
            </a:r>
            <a:r>
              <a:rPr lang="hu-HU" b="1" u="sng" dirty="0" smtClean="0"/>
              <a:t>: </a:t>
            </a:r>
            <a:r>
              <a:rPr lang="hu-HU" dirty="0" smtClean="0"/>
              <a:t>ciklus esetén visszalép a </a:t>
            </a:r>
            <a:r>
              <a:rPr lang="hu-HU" dirty="0" err="1" smtClean="0"/>
              <a:t>ciklusfeltéltel</a:t>
            </a:r>
            <a:r>
              <a:rPr lang="hu-HU" dirty="0" smtClean="0"/>
              <a:t> vizsgálatához (</a:t>
            </a:r>
            <a:r>
              <a:rPr lang="hu-HU" dirty="0" err="1" smtClean="0"/>
              <a:t>for</a:t>
            </a:r>
            <a:r>
              <a:rPr lang="hu-HU" dirty="0" smtClean="0"/>
              <a:t> ciklus esetén léptet a következő változó értékre)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729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Példák ciklusra: prímszám keresés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249251"/>
            <a:ext cx="10131425" cy="54817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 smtClean="0"/>
              <a:t>…</a:t>
            </a:r>
          </a:p>
          <a:p>
            <a:pPr marL="0" indent="0">
              <a:buNone/>
            </a:pP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bool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prim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true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i=2;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prim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hu-H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n%i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==0)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prim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false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i++;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(n))</a:t>
            </a:r>
            <a:br>
              <a:rPr lang="hu-HU" dirty="0" smtClean="0">
                <a:latin typeface="Courier New" pitchFamily="49" charset="0"/>
                <a:cs typeface="Courier New" pitchFamily="49" charset="0"/>
              </a:rPr>
            </a:br>
            <a:r>
              <a:rPr lang="hu-HU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hu-HU" dirty="0" err="1" smtClean="0">
                <a:latin typeface="Courier New" pitchFamily="49" charset="0"/>
                <a:cs typeface="Courier New" pitchFamily="49" charset="0"/>
              </a:rPr>
              <a:t>break</a:t>
            </a:r>
            <a:r>
              <a:rPr lang="hu-HU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hu-HU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hu-HU" dirty="0" smtClean="0"/>
              <a:t>…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94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854</TotalTime>
  <Words>162</Words>
  <Application>Microsoft Office PowerPoint</Application>
  <PresentationFormat>Szélesvásznú</PresentationFormat>
  <Paragraphs>55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Égi</vt:lpstr>
      <vt:lpstr>Ciklusok a C# nyelvben</vt:lpstr>
      <vt:lpstr>a ciklusok</vt:lpstr>
      <vt:lpstr>Elöltesztelő ciklus (WHILE)</vt:lpstr>
      <vt:lpstr>Példa while ciklusra (kódrészlet)</vt:lpstr>
      <vt:lpstr>Hátultesztelő ciklus (do-while)</vt:lpstr>
      <vt:lpstr>Példa do-while ciklusra</vt:lpstr>
      <vt:lpstr>Előírt lépésszámú ciklus (for)</vt:lpstr>
      <vt:lpstr>Példa FOR ciklusra</vt:lpstr>
      <vt:lpstr>FOR ciklus átírása while ciklusra</vt:lpstr>
      <vt:lpstr>Break, continue utasítások</vt:lpstr>
      <vt:lpstr>Példák ciklusra: prímszám keresés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256</cp:revision>
  <dcterms:created xsi:type="dcterms:W3CDTF">2014-11-05T16:55:57Z</dcterms:created>
  <dcterms:modified xsi:type="dcterms:W3CDTF">2015-01-30T17:11:59Z</dcterms:modified>
</cp:coreProperties>
</file>