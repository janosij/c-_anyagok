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0" r:id="rId1"/>
  </p:sldMasterIdLst>
  <p:handoutMasterIdLst>
    <p:handoutMasterId r:id="rId10"/>
  </p:handoutMasterIdLst>
  <p:sldIdLst>
    <p:sldId id="309" r:id="rId2"/>
    <p:sldId id="308" r:id="rId3"/>
    <p:sldId id="315" r:id="rId4"/>
    <p:sldId id="316" r:id="rId5"/>
    <p:sldId id="317" r:id="rId6"/>
    <p:sldId id="313" r:id="rId7"/>
    <p:sldId id="318" r:id="rId8"/>
    <p:sldId id="31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7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Közepesen sötét stílu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2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34" y="96"/>
      </p:cViewPr>
      <p:guideLst>
        <p:guide orient="horz" pos="238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126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B60BE-C4F1-405D-B022-EC73AF30A1CB}" type="datetimeFigureOut">
              <a:rPr lang="hu-HU" smtClean="0"/>
              <a:pPr/>
              <a:t>2020. 12. 03.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C1FD9-8148-4354-8614-90D9F03A1422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1544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12/3/2020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163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54000"/>
            <a:ext cx="10131425" cy="1456267"/>
          </a:xfrm>
        </p:spPr>
        <p:txBody>
          <a:bodyPr/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710267"/>
            <a:ext cx="10131425" cy="5020733"/>
          </a:xfrm>
        </p:spPr>
        <p:txBody>
          <a:bodyPr anchor="ctr"/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58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12/3/2020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047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12/3/2020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230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12/3/2020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225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12/3/2020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591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12/3/2020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97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12/3/2020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592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12/3/2020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869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12/3/2020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10958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12/3/2020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403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12/3/2020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209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12/3/2020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624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12/3/2020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9643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12/3/2020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22751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12/3/2020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4979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12/3/2020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568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1270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583267"/>
            <a:ext cx="10131425" cy="513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1915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4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1451771" cy="660400"/>
          </a:xfrm>
        </p:spPr>
        <p:txBody>
          <a:bodyPr>
            <a:normAutofit fontScale="90000"/>
          </a:bodyPr>
          <a:lstStyle/>
          <a:p>
            <a:r>
              <a:rPr lang="hu-HU" dirty="0"/>
              <a:t>Származtatott Osztály definiálása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osztály2:osztály1</a:t>
            </a:r>
            <a:b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		adatmezők és metódusok</a:t>
            </a:r>
            <a:b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hu-HU" sz="3200" dirty="0"/>
              <a:t>Származtatott osztály konstruktora</a:t>
            </a:r>
            <a:endParaRPr lang="hu-HU" sz="32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osztály2(p2):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(p1)</a:t>
            </a:r>
            <a:b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	ide jönnek az utasítások</a:t>
            </a:r>
            <a:b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hu-HU" sz="3200" dirty="0">
                <a:cs typeface="Courier New" panose="02070309020205020404" pitchFamily="49" charset="0"/>
              </a:rPr>
              <a:t>Itt a p1 az eredeti osztály konstruktorának paraméterei.</a:t>
            </a:r>
          </a:p>
        </p:txBody>
      </p:sp>
    </p:spTree>
    <p:extLst>
      <p:ext uri="{BB962C8B-B14F-4D97-AF65-F5344CB8AC3E}">
        <p14:creationId xmlns:p14="http://schemas.microsoft.com/office/powerpoint/2010/main" val="939423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1451771" cy="660400"/>
          </a:xfrm>
        </p:spPr>
        <p:txBody>
          <a:bodyPr>
            <a:normAutofit fontScale="90000"/>
          </a:bodyPr>
          <a:lstStyle/>
          <a:p>
            <a:r>
              <a:rPr lang="hu-HU" dirty="0"/>
              <a:t>Példa egy osztályra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Ital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gyártó;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százalék, mennyi;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Ital(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gy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m,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sz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this.gyártó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gy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this.mennyi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m;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this.százalék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sz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3727868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1451771" cy="660400"/>
          </a:xfrm>
        </p:spPr>
        <p:txBody>
          <a:bodyPr>
            <a:normAutofit fontScale="90000"/>
          </a:bodyPr>
          <a:lstStyle/>
          <a:p>
            <a:r>
              <a:rPr lang="hu-HU" dirty="0"/>
              <a:t>Példa egy osztályra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Ital(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m,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sz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this.mennyi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m;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this.százalék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sz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Ital(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m)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this.mennyi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m;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4030227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1451771" cy="660400"/>
          </a:xfrm>
        </p:spPr>
        <p:txBody>
          <a:bodyPr>
            <a:normAutofit fontScale="90000"/>
          </a:bodyPr>
          <a:lstStyle/>
          <a:p>
            <a:r>
              <a:rPr lang="hu-HU" dirty="0"/>
              <a:t>Példa egy osztályra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ivás(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mennyit)</a:t>
            </a:r>
          </a:p>
          <a:p>
            <a:pPr marL="0" indent="0"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	{	</a:t>
            </a:r>
          </a:p>
          <a:p>
            <a:pPr marL="0" indent="0"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this.mennyi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&lt; mennyit)</a:t>
            </a:r>
          </a:p>
          <a:p>
            <a:pPr marL="0" indent="0"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("Nincs már ennyi az italból!");</a:t>
            </a:r>
          </a:p>
          <a:p>
            <a:pPr marL="0" indent="0"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hu-H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{</a:t>
            </a:r>
          </a:p>
          <a:p>
            <a:pPr marL="0" indent="0"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this.mennyi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-= mennyit;</a:t>
            </a:r>
          </a:p>
          <a:p>
            <a:pPr marL="0" indent="0"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("Az italból {0} liter maradt.", 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this.mennyi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114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1451771" cy="660400"/>
          </a:xfrm>
        </p:spPr>
        <p:txBody>
          <a:bodyPr>
            <a:normAutofit fontScale="90000"/>
          </a:bodyPr>
          <a:lstStyle/>
          <a:p>
            <a:r>
              <a:rPr lang="hu-HU" dirty="0"/>
              <a:t>Példa egy osztályra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Bor: Ital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bortípus;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Bor(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gy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b,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m):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gy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10)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this.bortípus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b;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61422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1451771" cy="660400"/>
          </a:xfrm>
        </p:spPr>
        <p:txBody>
          <a:bodyPr>
            <a:normAutofit fontScale="90000"/>
          </a:bodyPr>
          <a:lstStyle/>
          <a:p>
            <a:r>
              <a:rPr lang="hu-HU" dirty="0"/>
              <a:t>Példa egy osztályra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Fröccs:Bor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szódatartalom;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Fröccs(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b,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m,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sz):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(”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Házmester",b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m)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this.szódatartalom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sz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41372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1451771" cy="660400"/>
          </a:xfrm>
        </p:spPr>
        <p:txBody>
          <a:bodyPr>
            <a:normAutofit fontScale="90000"/>
          </a:bodyPr>
          <a:lstStyle/>
          <a:p>
            <a:r>
              <a:rPr lang="hu-HU" dirty="0"/>
              <a:t>Példa egy osztályra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Pálinka:Ital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összetevő;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Pálinka(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gy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ö,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m):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gy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60)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{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this.összetevő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ö;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990842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60400"/>
          </a:xfrm>
        </p:spPr>
        <p:txBody>
          <a:bodyPr>
            <a:normAutofit fontScale="90000"/>
          </a:bodyPr>
          <a:lstStyle/>
          <a:p>
            <a:r>
              <a:rPr lang="hu-HU" dirty="0"/>
              <a:t>Példa Osztályok példányosítására és használatára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Bor tokaji 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Bor("XY","Fehér", 0.7);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Pálinka barack 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Pálinka("AB", "Barack", 0.5);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Fröccs valami 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Fröccs("Vörös félédes", 0.5, </a:t>
            </a:r>
            <a:r>
              <a:rPr lang="hu-HU" sz="2800">
                <a:latin typeface="Courier New" panose="02070309020205020404" pitchFamily="49" charset="0"/>
                <a:cs typeface="Courier New" panose="02070309020205020404" pitchFamily="49" charset="0"/>
              </a:rPr>
              <a:t>0.2);</a:t>
            </a:r>
            <a:endParaRPr lang="hu-H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Ital szilva 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Pálinka("ABC", "Szilva", 0.5);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Ital erős 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Ital(0.5, 50);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Ital akármi 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Ital(0.3);</a:t>
            </a:r>
          </a:p>
          <a:p>
            <a:pPr marL="0" indent="0">
              <a:buNone/>
            </a:pP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tokaji.ivás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(0.3);</a:t>
            </a:r>
          </a:p>
          <a:p>
            <a:pPr marL="0" indent="0">
              <a:buNone/>
            </a:pP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valami.ivás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(0.6);</a:t>
            </a:r>
          </a:p>
        </p:txBody>
      </p:sp>
    </p:spTree>
    <p:extLst>
      <p:ext uri="{BB962C8B-B14F-4D97-AF65-F5344CB8AC3E}">
        <p14:creationId xmlns:p14="http://schemas.microsoft.com/office/powerpoint/2010/main" val="39068857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Égi">
  <a:themeElements>
    <a:clrScheme name="Égi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Égi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Égi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TC103457452[[fn=Égi]]</Template>
  <TotalTime>1525</TotalTime>
  <Words>458</Words>
  <Application>Microsoft Office PowerPoint</Application>
  <PresentationFormat>Szélesvásznú</PresentationFormat>
  <Paragraphs>74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Courier New</vt:lpstr>
      <vt:lpstr>Égi</vt:lpstr>
      <vt:lpstr>Származtatott Osztály definiálása</vt:lpstr>
      <vt:lpstr>Példa egy osztályra</vt:lpstr>
      <vt:lpstr>Példa egy osztályra</vt:lpstr>
      <vt:lpstr>Példa egy osztályra</vt:lpstr>
      <vt:lpstr>Példa egy osztályra</vt:lpstr>
      <vt:lpstr>Példa egy osztályra</vt:lpstr>
      <vt:lpstr>Példa egy osztályra</vt:lpstr>
      <vt:lpstr>Példa Osztályok példányosítására és használatára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Ciklusok a C# nyelvben</dc:title>
  <dc:creator>Péter Miklós</dc:creator>
  <cp:lastModifiedBy>miklos.peter@sulid.hu</cp:lastModifiedBy>
  <cp:revision>558</cp:revision>
  <dcterms:created xsi:type="dcterms:W3CDTF">2014-11-05T16:55:57Z</dcterms:created>
  <dcterms:modified xsi:type="dcterms:W3CDTF">2020-12-03T14:10:10Z</dcterms:modified>
</cp:coreProperties>
</file>