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310" r:id="rId2"/>
    <p:sldId id="311" r:id="rId3"/>
    <p:sldId id="314" r:id="rId4"/>
    <p:sldId id="31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2020. 01. 29.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LISTa</a:t>
            </a:r>
            <a:r>
              <a:rPr lang="hu-HU" dirty="0"/>
              <a:t> típus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Hasonló a tömbhöz, de itt nem adjuk meg az elemszámot.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Deklarálása: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List&lt;típus&gt; név=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List&lt;típus&gt;();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Pl.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List&lt;int&gt; elemek=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List&lt;int&gt;();</a:t>
            </a:r>
          </a:p>
          <a:p>
            <a:r>
              <a:rPr lang="hu-HU" sz="3200" b="1" dirty="0">
                <a:cs typeface="Courier New" panose="02070309020205020404" pitchFamily="49" charset="0"/>
              </a:rPr>
              <a:t>Hivatkozás az elemekre </a:t>
            </a:r>
            <a:r>
              <a:rPr lang="hu-HU" sz="3200" dirty="0">
                <a:cs typeface="Courier New" panose="02070309020205020404" pitchFamily="49" charset="0"/>
              </a:rPr>
              <a:t>ugyanúgy mint a tömbnél: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név[index]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Új elem hozzáadása: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név.Add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(elem);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Elemszám lekérdezése: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név.Count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u="sng" dirty="0">
                <a:cs typeface="Courier New" panose="02070309020205020404" pitchFamily="49" charset="0"/>
              </a:rPr>
              <a:t>Elem törlése adott pozíción: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név.RemoveAt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(index);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Adott elem törlése: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név.Remove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(elem);</a:t>
            </a:r>
          </a:p>
        </p:txBody>
      </p:sp>
    </p:spTree>
    <p:extLst>
      <p:ext uri="{BB962C8B-B14F-4D97-AF65-F5344CB8AC3E}">
        <p14:creationId xmlns:p14="http://schemas.microsoft.com/office/powerpoint/2010/main" val="324061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LISTa</a:t>
            </a:r>
            <a:r>
              <a:rPr lang="hu-HU" dirty="0"/>
              <a:t> típus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b="1" u="sng" dirty="0">
                <a:cs typeface="Courier New" panose="02070309020205020404" pitchFamily="49" charset="0"/>
              </a:rPr>
              <a:t>Az összes elem törlése: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név.Clear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Lista rendezése: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név.Sort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Elemek fordított sorrendbe tevése: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név.Reverse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Elemek keresése: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név.IndexOf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(elem,index,darabszám);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cs typeface="Courier New" panose="02070309020205020404" pitchFamily="49" charset="0"/>
              </a:rPr>
              <a:t>Az elem a keresendő elem, az index ahonnan keresünk, a darabszám pedig amennyi darab elemig vizsgáljuk.</a:t>
            </a:r>
            <a:br>
              <a:rPr lang="hu-HU" sz="3200" dirty="0">
                <a:cs typeface="Courier New" panose="02070309020205020404" pitchFamily="49" charset="0"/>
              </a:rPr>
            </a:br>
            <a:r>
              <a:rPr lang="hu-HU" sz="3200" dirty="0">
                <a:cs typeface="Courier New" panose="02070309020205020404" pitchFamily="49" charset="0"/>
              </a:rPr>
              <a:t>A függvény az elem indexét adja vissza, ha nem található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hu-HU" sz="3200" dirty="0">
                <a:cs typeface="Courier New" panose="02070309020205020404" pitchFamily="49" charset="0"/>
              </a:rPr>
              <a:t>-et.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Elemek összege, átlaga, minimuma maximuma: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név.Sum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név.Average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név.Min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név.Max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3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LISTA végigolvasása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(típus név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listanév)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//Műveletek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hu-HU" sz="2800" b="1" dirty="0">
                <a:cs typeface="Courier New" panose="02070309020205020404" pitchFamily="49" charset="0"/>
              </a:rPr>
              <a:t>VAGY</a:t>
            </a:r>
          </a:p>
          <a:p>
            <a:pPr marL="0" indent="0">
              <a:buNone/>
            </a:pP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 i=0;i&lt;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listanév.Count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//Műveletek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44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LISTA elemeinek kiírása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List&lt;int&gt; lista=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List&lt;int&gt;();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 x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lista)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algn="ctr">
              <a:buNone/>
            </a:pPr>
            <a:r>
              <a:rPr lang="hu-HU" sz="3200" b="1" dirty="0">
                <a:cs typeface="Courier New" panose="02070309020205020404" pitchFamily="49" charset="0"/>
              </a:rPr>
              <a:t>VAGY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(int i=0;i&lt;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lista.Count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(lista[i]);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2145006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1753</TotalTime>
  <Words>305</Words>
  <Application>Microsoft Office PowerPoint</Application>
  <PresentationFormat>Szélesvásznú</PresentationFormat>
  <Paragraphs>25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Égi</vt:lpstr>
      <vt:lpstr>LISTa típus</vt:lpstr>
      <vt:lpstr>LISTa típus</vt:lpstr>
      <vt:lpstr>LISTA végigolvasása</vt:lpstr>
      <vt:lpstr>LISTA elemeinek kiírása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 Péter</cp:lastModifiedBy>
  <cp:revision>533</cp:revision>
  <dcterms:created xsi:type="dcterms:W3CDTF">2014-11-05T16:55:57Z</dcterms:created>
  <dcterms:modified xsi:type="dcterms:W3CDTF">2020-01-29T08:08:45Z</dcterms:modified>
</cp:coreProperties>
</file>