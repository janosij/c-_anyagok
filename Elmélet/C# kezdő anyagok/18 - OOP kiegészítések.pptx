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6"/>
  </p:handoutMasterIdLst>
  <p:sldIdLst>
    <p:sldId id="313" r:id="rId2"/>
    <p:sldId id="314" r:id="rId3"/>
    <p:sldId id="315" r:id="rId4"/>
    <p:sldId id="31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2020. 04. 28.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4/28/2020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960929" cy="660400"/>
          </a:xfrm>
        </p:spPr>
        <p:txBody>
          <a:bodyPr>
            <a:noAutofit/>
          </a:bodyPr>
          <a:lstStyle/>
          <a:p>
            <a:r>
              <a:rPr lang="hu-HU" sz="3200" dirty="0"/>
              <a:t>OOP kiegészítések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124765" cy="6043705"/>
          </a:xfrm>
        </p:spPr>
        <p:txBody>
          <a:bodyPr>
            <a:noAutofit/>
          </a:bodyPr>
          <a:lstStyle/>
          <a:p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hu-HU" sz="2800" dirty="0">
                <a:cs typeface="Courier New" panose="02070309020205020404" pitchFamily="49" charset="0"/>
              </a:rPr>
              <a:t>Egy módosító, ekkor az adott adatmező vagy metódus csak az adott osztályon </a:t>
            </a:r>
            <a:r>
              <a:rPr lang="hu-HU" sz="2800" b="1" dirty="0">
                <a:cs typeface="Courier New" panose="02070309020205020404" pitchFamily="49" charset="0"/>
              </a:rPr>
              <a:t>és származtatott osztályokon belül</a:t>
            </a:r>
            <a:r>
              <a:rPr lang="hu-HU" sz="2800" dirty="0">
                <a:cs typeface="Courier New" panose="02070309020205020404" pitchFamily="49" charset="0"/>
              </a:rPr>
              <a:t> használható.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Ha egy osztályt több részletben szeretnénk deklarálni, akkor 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>
                <a:cs typeface="Courier New" panose="02070309020205020404" pitchFamily="49" charset="0"/>
              </a:rPr>
              <a:t>elé 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partial</a:t>
            </a:r>
            <a:r>
              <a:rPr lang="hu-HU" sz="2800" dirty="0">
                <a:cs typeface="Courier New" panose="02070309020205020404" pitchFamily="49" charset="0"/>
              </a:rPr>
              <a:t> szót kell tenni. Ezzel szét lehet választani a metódus definícióját és a konkrét működés leírását is.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Osztályon belül lehet létrehozni egy másik beágyazott osztályt is, tehát, ez az osztály csak az eredeti osztályon belül látszik.</a:t>
            </a:r>
          </a:p>
          <a:p>
            <a:pPr lvl="1"/>
            <a:r>
              <a:rPr lang="hu-HU" sz="2800" dirty="0">
                <a:cs typeface="Courier New" panose="02070309020205020404" pitchFamily="49" charset="0"/>
              </a:rPr>
              <a:t>Ha ezt láthatóvá akarjuk tenni, akkor a </a:t>
            </a:r>
            <a:r>
              <a:rPr lang="hu-HU" sz="2800" dirty="0" err="1">
                <a:cs typeface="Courier New" panose="02070309020205020404" pitchFamily="49" charset="0"/>
              </a:rPr>
              <a:t>public-ot</a:t>
            </a:r>
            <a:r>
              <a:rPr lang="hu-HU" sz="2800" dirty="0">
                <a:cs typeface="Courier New" panose="02070309020205020404" pitchFamily="49" charset="0"/>
              </a:rPr>
              <a:t> elé kell írni.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Adattagok és metódusok lehetnek statikusak, ekkor nem a példányokon keresztül, hanem az osztályokon keresztül tudunk hozzáférni ezekhez. (Nem jön létre több példány belőlük) Megadása: </a:t>
            </a:r>
            <a:r>
              <a:rPr lang="hu-HU" sz="2800" dirty="0" err="1">
                <a:cs typeface="Courier New" panose="02070309020205020404" pitchFamily="49" charset="0"/>
              </a:rPr>
              <a:t>static</a:t>
            </a:r>
            <a:r>
              <a:rPr lang="hu-HU" sz="2800" dirty="0">
                <a:cs typeface="Courier New" panose="02070309020205020404" pitchFamily="49" charset="0"/>
              </a:rPr>
              <a:t> kulcsszóval</a:t>
            </a:r>
          </a:p>
          <a:p>
            <a:pPr lvl="1"/>
            <a:r>
              <a:rPr lang="hu-HU" sz="2400" dirty="0">
                <a:cs typeface="Courier New" panose="02070309020205020404" pitchFamily="49" charset="0"/>
              </a:rPr>
              <a:t>Statikus tagokat statikus konstruktorral lehet inicializálni.</a:t>
            </a:r>
          </a:p>
          <a:p>
            <a:pPr lvl="1"/>
            <a:r>
              <a:rPr lang="hu-HU" sz="2400" dirty="0">
                <a:cs typeface="Courier New" panose="02070309020205020404" pitchFamily="49" charset="0"/>
              </a:rPr>
              <a:t>Statikus osztályt is létre lehet hozni, amelyek csak statikus tagokból állnak.</a:t>
            </a:r>
          </a:p>
        </p:txBody>
      </p:sp>
    </p:spTree>
    <p:extLst>
      <p:ext uri="{BB962C8B-B14F-4D97-AF65-F5344CB8AC3E}">
        <p14:creationId xmlns:p14="http://schemas.microsoft.com/office/powerpoint/2010/main" val="242810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960929" cy="660400"/>
          </a:xfrm>
        </p:spPr>
        <p:txBody>
          <a:bodyPr>
            <a:noAutofit/>
          </a:bodyPr>
          <a:lstStyle/>
          <a:p>
            <a:r>
              <a:rPr lang="hu-HU" sz="3200" dirty="0"/>
              <a:t>OOP kiegészítések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124765" cy="6043705"/>
          </a:xfrm>
        </p:spPr>
        <p:txBody>
          <a:bodyPr>
            <a:noAutofit/>
          </a:bodyPr>
          <a:lstStyle/>
          <a:p>
            <a:r>
              <a:rPr lang="hu-HU" sz="2800" dirty="0">
                <a:cs typeface="Courier New" panose="02070309020205020404" pitchFamily="49" charset="0"/>
              </a:rPr>
              <a:t>Tulajdonságok: Adatmezők elérésére (olvasás,írás) használható azért, hogy az egységbezárás megmaradjon. Megadása</a:t>
            </a:r>
          </a:p>
          <a:p>
            <a:pPr marL="0" indent="0"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típus Név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{műveletek}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módosító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{műveletek}</a:t>
            </a:r>
            <a:b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hu-HU" sz="2800" dirty="0">
                <a:cs typeface="Courier New" panose="02070309020205020404" pitchFamily="49" charset="0"/>
              </a:rPr>
              <a:t>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hu-HU" sz="2800" dirty="0">
                <a:cs typeface="Courier New" panose="02070309020205020404" pitchFamily="49" charset="0"/>
              </a:rPr>
              <a:t> az adott adatmező értékét adja vissza, pl. </a:t>
            </a:r>
            <a:r>
              <a:rPr lang="hu-HU" sz="2800" dirty="0" err="1">
                <a:cs typeface="Courier New" panose="02070309020205020404" pitchFamily="49" charset="0"/>
              </a:rPr>
              <a:t>return</a:t>
            </a:r>
            <a:r>
              <a:rPr lang="hu-HU" sz="2800" dirty="0">
                <a:cs typeface="Courier New" panose="02070309020205020404" pitchFamily="49" charset="0"/>
              </a:rPr>
              <a:t> </a:t>
            </a:r>
            <a:r>
              <a:rPr lang="hu-HU" sz="2800" dirty="0" err="1">
                <a:cs typeface="Courier New" panose="02070309020205020404" pitchFamily="49" charset="0"/>
              </a:rPr>
              <a:t>this.név</a:t>
            </a:r>
            <a:r>
              <a:rPr lang="hu-HU" sz="2800" dirty="0">
                <a:cs typeface="Courier New" panose="02070309020205020404" pitchFamily="49" charset="0"/>
              </a:rPr>
              <a:t> alakú</a:t>
            </a:r>
          </a:p>
          <a:p>
            <a:pPr lvl="1"/>
            <a:r>
              <a:rPr lang="hu-HU" sz="2800" dirty="0">
                <a:cs typeface="Courier New" panose="02070309020205020404" pitchFamily="49" charset="0"/>
              </a:rPr>
              <a:t>A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hu-HU" sz="2800" dirty="0">
                <a:cs typeface="Courier New" panose="02070309020205020404" pitchFamily="49" charset="0"/>
              </a:rPr>
              <a:t> az adott adatmező értékét állítja be, pl. </a:t>
            </a:r>
            <a:r>
              <a:rPr lang="hu-HU" sz="2800" dirty="0" err="1">
                <a:cs typeface="Courier New" panose="02070309020205020404" pitchFamily="49" charset="0"/>
              </a:rPr>
              <a:t>this.név</a:t>
            </a:r>
            <a:r>
              <a:rPr lang="hu-HU" sz="2800" dirty="0">
                <a:cs typeface="Courier New" panose="02070309020205020404" pitchFamily="49" charset="0"/>
              </a:rPr>
              <a:t>=érték;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Nem kötelező mindkettőt megadni.</a:t>
            </a:r>
          </a:p>
          <a:p>
            <a:r>
              <a:rPr lang="hu-HU" sz="2800" dirty="0">
                <a:cs typeface="Courier New" panose="02070309020205020404" pitchFamily="49" charset="0"/>
              </a:rPr>
              <a:t>A műveleteket nem kötelező megadni, ekkor automatikusan létrejön a megfelelő tulajdonság (ekkor csak azt írjuk, hogy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hu-HU" sz="2800" dirty="0"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056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960929" cy="660400"/>
          </a:xfrm>
        </p:spPr>
        <p:txBody>
          <a:bodyPr>
            <a:noAutofit/>
          </a:bodyPr>
          <a:lstStyle/>
          <a:p>
            <a:r>
              <a:rPr lang="hu-HU" sz="3200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124765" cy="6043705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Tanuló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Tanuló(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név,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oszt)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this.Név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név;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this.oszt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oszt;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Név {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oszt;</a:t>
            </a:r>
          </a:p>
        </p:txBody>
      </p:sp>
    </p:spTree>
    <p:extLst>
      <p:ext uri="{BB962C8B-B14F-4D97-AF65-F5344CB8AC3E}">
        <p14:creationId xmlns:p14="http://schemas.microsoft.com/office/powerpoint/2010/main" val="112563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960929" cy="660400"/>
          </a:xfrm>
        </p:spPr>
        <p:txBody>
          <a:bodyPr>
            <a:noAutofit/>
          </a:bodyPr>
          <a:lstStyle/>
          <a:p>
            <a:r>
              <a:rPr lang="hu-HU" sz="3200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124765" cy="6043705"/>
          </a:xfrm>
        </p:spPr>
        <p:txBody>
          <a:bodyPr>
            <a:no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Osztály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this.oszt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this.oszt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int Évfolyam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int.Parse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oszt.Split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('.')[0]);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Betűjel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oszt.Split</a:t>
            </a: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('.')[1];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4104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1320</TotalTime>
  <Words>373</Words>
  <Application>Microsoft Office PowerPoint</Application>
  <PresentationFormat>Szélesvásznú</PresentationFormat>
  <Paragraphs>40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Égi</vt:lpstr>
      <vt:lpstr>OOP kiegészítések</vt:lpstr>
      <vt:lpstr>OOP kiegészítések</vt:lpstr>
      <vt:lpstr>Példa</vt:lpstr>
      <vt:lpstr>Példa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Miklós</cp:lastModifiedBy>
  <cp:revision>473</cp:revision>
  <dcterms:created xsi:type="dcterms:W3CDTF">2014-11-05T16:55:57Z</dcterms:created>
  <dcterms:modified xsi:type="dcterms:W3CDTF">2020-04-28T18:13:02Z</dcterms:modified>
</cp:coreProperties>
</file>